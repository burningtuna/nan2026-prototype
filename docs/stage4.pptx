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436245" y="396875"/>
            <a:ext cx="11449050" cy="6216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-861695" y="-989330"/>
            <a:ext cx="13020040" cy="8684260"/>
          </a:xfrm>
          <a:custGeom>
            <a:avLst/>
            <a:gdLst>
              <a:gd name="connisteX0" fmla="*/ 1188720 w 13020040"/>
              <a:gd name="connsiteY0" fmla="*/ 1026160 h 8684260"/>
              <a:gd name="connisteX1" fmla="*/ 1144905 w 13020040"/>
              <a:gd name="connsiteY1" fmla="*/ 1091565 h 8684260"/>
              <a:gd name="connisteX2" fmla="*/ 1101090 w 13020040"/>
              <a:gd name="connsiteY2" fmla="*/ 1156970 h 8684260"/>
              <a:gd name="connisteX3" fmla="*/ 1079500 w 13020040"/>
              <a:gd name="connsiteY3" fmla="*/ 1255395 h 8684260"/>
              <a:gd name="connisteX4" fmla="*/ 1035685 w 13020040"/>
              <a:gd name="connsiteY4" fmla="*/ 1364615 h 8684260"/>
              <a:gd name="connisteX5" fmla="*/ 1024890 w 13020040"/>
              <a:gd name="connsiteY5" fmla="*/ 1430020 h 8684260"/>
              <a:gd name="connisteX6" fmla="*/ 991870 w 13020040"/>
              <a:gd name="connsiteY6" fmla="*/ 1495425 h 8684260"/>
              <a:gd name="connisteX7" fmla="*/ 970280 w 13020040"/>
              <a:gd name="connsiteY7" fmla="*/ 1583055 h 8684260"/>
              <a:gd name="connisteX8" fmla="*/ 948690 w 13020040"/>
              <a:gd name="connsiteY8" fmla="*/ 1648460 h 8684260"/>
              <a:gd name="connisteX9" fmla="*/ 926465 w 13020040"/>
              <a:gd name="connsiteY9" fmla="*/ 1746885 h 8684260"/>
              <a:gd name="connisteX10" fmla="*/ 904875 w 13020040"/>
              <a:gd name="connsiteY10" fmla="*/ 1812290 h 8684260"/>
              <a:gd name="connisteX11" fmla="*/ 904875 w 13020040"/>
              <a:gd name="connsiteY11" fmla="*/ 1899920 h 8684260"/>
              <a:gd name="connisteX12" fmla="*/ 882650 w 13020040"/>
              <a:gd name="connsiteY12" fmla="*/ 1998345 h 8684260"/>
              <a:gd name="connisteX13" fmla="*/ 882650 w 13020040"/>
              <a:gd name="connsiteY13" fmla="*/ 2096770 h 8684260"/>
              <a:gd name="connisteX14" fmla="*/ 882650 w 13020040"/>
              <a:gd name="connsiteY14" fmla="*/ 2183765 h 8684260"/>
              <a:gd name="connisteX15" fmla="*/ 882650 w 13020040"/>
              <a:gd name="connsiteY15" fmla="*/ 2271395 h 8684260"/>
              <a:gd name="connisteX16" fmla="*/ 882650 w 13020040"/>
              <a:gd name="connsiteY16" fmla="*/ 2369820 h 8684260"/>
              <a:gd name="connisteX17" fmla="*/ 882650 w 13020040"/>
              <a:gd name="connsiteY17" fmla="*/ 2467610 h 8684260"/>
              <a:gd name="connisteX18" fmla="*/ 882650 w 13020040"/>
              <a:gd name="connsiteY18" fmla="*/ 2555240 h 8684260"/>
              <a:gd name="connisteX19" fmla="*/ 904875 w 13020040"/>
              <a:gd name="connsiteY19" fmla="*/ 2653665 h 8684260"/>
              <a:gd name="connisteX20" fmla="*/ 904875 w 13020040"/>
              <a:gd name="connsiteY20" fmla="*/ 2795905 h 8684260"/>
              <a:gd name="connisteX21" fmla="*/ 926465 w 13020040"/>
              <a:gd name="connsiteY21" fmla="*/ 2882900 h 8684260"/>
              <a:gd name="connisteX22" fmla="*/ 926465 w 13020040"/>
              <a:gd name="connsiteY22" fmla="*/ 2981325 h 8684260"/>
              <a:gd name="connisteX23" fmla="*/ 926465 w 13020040"/>
              <a:gd name="connsiteY23" fmla="*/ 3123565 h 8684260"/>
              <a:gd name="connisteX24" fmla="*/ 926465 w 13020040"/>
              <a:gd name="connsiteY24" fmla="*/ 3210560 h 8684260"/>
              <a:gd name="connisteX25" fmla="*/ 926465 w 13020040"/>
              <a:gd name="connsiteY25" fmla="*/ 3308985 h 8684260"/>
              <a:gd name="connisteX26" fmla="*/ 926465 w 13020040"/>
              <a:gd name="connsiteY26" fmla="*/ 3440430 h 8684260"/>
              <a:gd name="connisteX27" fmla="*/ 926465 w 13020040"/>
              <a:gd name="connsiteY27" fmla="*/ 3538855 h 8684260"/>
              <a:gd name="connisteX28" fmla="*/ 904875 w 13020040"/>
              <a:gd name="connsiteY28" fmla="*/ 3636645 h 8684260"/>
              <a:gd name="connisteX29" fmla="*/ 904875 w 13020040"/>
              <a:gd name="connsiteY29" fmla="*/ 3724275 h 8684260"/>
              <a:gd name="connisteX30" fmla="*/ 882650 w 13020040"/>
              <a:gd name="connsiteY30" fmla="*/ 3822700 h 8684260"/>
              <a:gd name="connisteX31" fmla="*/ 882650 w 13020040"/>
              <a:gd name="connsiteY31" fmla="*/ 3921125 h 8684260"/>
              <a:gd name="connisteX32" fmla="*/ 882650 w 13020040"/>
              <a:gd name="connsiteY32" fmla="*/ 4008120 h 8684260"/>
              <a:gd name="connisteX33" fmla="*/ 851535 w 13020040"/>
              <a:gd name="connsiteY33" fmla="*/ 4106545 h 8684260"/>
              <a:gd name="connisteX34" fmla="*/ 851535 w 13020040"/>
              <a:gd name="connsiteY34" fmla="*/ 4171950 h 8684260"/>
              <a:gd name="connisteX35" fmla="*/ 851535 w 13020040"/>
              <a:gd name="connsiteY35" fmla="*/ 4237990 h 8684260"/>
              <a:gd name="connisteX36" fmla="*/ 851535 w 13020040"/>
              <a:gd name="connsiteY36" fmla="*/ 4324985 h 8684260"/>
              <a:gd name="connisteX37" fmla="*/ 851535 w 13020040"/>
              <a:gd name="connsiteY37" fmla="*/ 4423410 h 8684260"/>
              <a:gd name="connisteX38" fmla="*/ 871855 w 13020040"/>
              <a:gd name="connsiteY38" fmla="*/ 4488815 h 8684260"/>
              <a:gd name="connisteX39" fmla="*/ 959485 w 13020040"/>
              <a:gd name="connsiteY39" fmla="*/ 4576445 h 8684260"/>
              <a:gd name="connisteX40" fmla="*/ 1003300 w 13020040"/>
              <a:gd name="connsiteY40" fmla="*/ 4641850 h 8684260"/>
              <a:gd name="connisteX41" fmla="*/ 1046480 w 13020040"/>
              <a:gd name="connsiteY41" fmla="*/ 4707255 h 8684260"/>
              <a:gd name="connisteX42" fmla="*/ 1090295 w 13020040"/>
              <a:gd name="connsiteY42" fmla="*/ 4773295 h 8684260"/>
              <a:gd name="connisteX43" fmla="*/ 1101090 w 13020040"/>
              <a:gd name="connsiteY43" fmla="*/ 4838700 h 8684260"/>
              <a:gd name="connisteX44" fmla="*/ 1134110 w 13020040"/>
              <a:gd name="connsiteY44" fmla="*/ 4937125 h 8684260"/>
              <a:gd name="connisteX45" fmla="*/ 1156335 w 13020040"/>
              <a:gd name="connsiteY45" fmla="*/ 5024120 h 8684260"/>
              <a:gd name="connisteX46" fmla="*/ 1177925 w 13020040"/>
              <a:gd name="connsiteY46" fmla="*/ 5122545 h 8684260"/>
              <a:gd name="connisteX47" fmla="*/ 1177925 w 13020040"/>
              <a:gd name="connsiteY47" fmla="*/ 5210175 h 8684260"/>
              <a:gd name="connisteX48" fmla="*/ 1177925 w 13020040"/>
              <a:gd name="connsiteY48" fmla="*/ 5275580 h 8684260"/>
              <a:gd name="connisteX49" fmla="*/ 1188720 w 13020040"/>
              <a:gd name="connsiteY49" fmla="*/ 5340985 h 8684260"/>
              <a:gd name="connisteX50" fmla="*/ 1221740 w 13020040"/>
              <a:gd name="connsiteY50" fmla="*/ 5406390 h 8684260"/>
              <a:gd name="connisteX51" fmla="*/ 1221740 w 13020040"/>
              <a:gd name="connsiteY51" fmla="*/ 5472430 h 8684260"/>
              <a:gd name="connisteX52" fmla="*/ 1221740 w 13020040"/>
              <a:gd name="connsiteY52" fmla="*/ 5548630 h 8684260"/>
              <a:gd name="connisteX53" fmla="*/ 1221740 w 13020040"/>
              <a:gd name="connsiteY53" fmla="*/ 5636260 h 8684260"/>
              <a:gd name="connisteX54" fmla="*/ 1221740 w 13020040"/>
              <a:gd name="connsiteY54" fmla="*/ 5701665 h 8684260"/>
              <a:gd name="connisteX55" fmla="*/ 1221740 w 13020040"/>
              <a:gd name="connsiteY55" fmla="*/ 5767070 h 8684260"/>
              <a:gd name="connisteX56" fmla="*/ 1221740 w 13020040"/>
              <a:gd name="connsiteY56" fmla="*/ 5832475 h 8684260"/>
              <a:gd name="connisteX57" fmla="*/ 1287145 w 13020040"/>
              <a:gd name="connsiteY57" fmla="*/ 5887085 h 8684260"/>
              <a:gd name="connisteX58" fmla="*/ 1352550 w 13020040"/>
              <a:gd name="connsiteY58" fmla="*/ 5909310 h 8684260"/>
              <a:gd name="connisteX59" fmla="*/ 1417955 w 13020040"/>
              <a:gd name="connsiteY59" fmla="*/ 5941695 h 8684260"/>
              <a:gd name="connisteX60" fmla="*/ 1483995 w 13020040"/>
              <a:gd name="connsiteY60" fmla="*/ 5963920 h 8684260"/>
              <a:gd name="connisteX61" fmla="*/ 1549400 w 13020040"/>
              <a:gd name="connsiteY61" fmla="*/ 5996305 h 8684260"/>
              <a:gd name="connisteX62" fmla="*/ 1614805 w 13020040"/>
              <a:gd name="connsiteY62" fmla="*/ 6018530 h 8684260"/>
              <a:gd name="connisteX63" fmla="*/ 1680210 w 13020040"/>
              <a:gd name="connsiteY63" fmla="*/ 6018530 h 8684260"/>
              <a:gd name="connisteX64" fmla="*/ 1746250 w 13020040"/>
              <a:gd name="connsiteY64" fmla="*/ 6018530 h 8684260"/>
              <a:gd name="connisteX65" fmla="*/ 1811655 w 13020040"/>
              <a:gd name="connsiteY65" fmla="*/ 6018530 h 8684260"/>
              <a:gd name="connisteX66" fmla="*/ 1910080 w 13020040"/>
              <a:gd name="connsiteY66" fmla="*/ 5985510 h 8684260"/>
              <a:gd name="connisteX67" fmla="*/ 2007870 w 13020040"/>
              <a:gd name="connsiteY67" fmla="*/ 5963920 h 8684260"/>
              <a:gd name="connisteX68" fmla="*/ 2095500 w 13020040"/>
              <a:gd name="connsiteY68" fmla="*/ 5930900 h 8684260"/>
              <a:gd name="connisteX69" fmla="*/ 2193925 w 13020040"/>
              <a:gd name="connsiteY69" fmla="*/ 5909310 h 8684260"/>
              <a:gd name="connisteX70" fmla="*/ 2259330 w 13020040"/>
              <a:gd name="connsiteY70" fmla="*/ 5887085 h 8684260"/>
              <a:gd name="connisteX71" fmla="*/ 2357755 w 13020040"/>
              <a:gd name="connsiteY71" fmla="*/ 5865495 h 8684260"/>
              <a:gd name="connisteX72" fmla="*/ 2423160 w 13020040"/>
              <a:gd name="connsiteY72" fmla="*/ 5843905 h 8684260"/>
              <a:gd name="connisteX73" fmla="*/ 2456180 w 13020040"/>
              <a:gd name="connsiteY73" fmla="*/ 5777865 h 8684260"/>
              <a:gd name="connisteX74" fmla="*/ 2499995 w 13020040"/>
              <a:gd name="connsiteY74" fmla="*/ 5712460 h 8684260"/>
              <a:gd name="connisteX75" fmla="*/ 2554605 w 13020040"/>
              <a:gd name="connsiteY75" fmla="*/ 5647055 h 8684260"/>
              <a:gd name="connisteX76" fmla="*/ 2597785 w 13020040"/>
              <a:gd name="connsiteY76" fmla="*/ 5581650 h 8684260"/>
              <a:gd name="connisteX77" fmla="*/ 2630805 w 13020040"/>
              <a:gd name="connsiteY77" fmla="*/ 5515610 h 8684260"/>
              <a:gd name="connisteX78" fmla="*/ 2663825 w 13020040"/>
              <a:gd name="connsiteY78" fmla="*/ 5450205 h 8684260"/>
              <a:gd name="connisteX79" fmla="*/ 2707640 w 13020040"/>
              <a:gd name="connsiteY79" fmla="*/ 5384800 h 8684260"/>
              <a:gd name="connisteX80" fmla="*/ 2740025 w 13020040"/>
              <a:gd name="connsiteY80" fmla="*/ 5319395 h 8684260"/>
              <a:gd name="connisteX81" fmla="*/ 2762250 w 13020040"/>
              <a:gd name="connsiteY81" fmla="*/ 5253990 h 8684260"/>
              <a:gd name="connisteX82" fmla="*/ 2816860 w 13020040"/>
              <a:gd name="connsiteY82" fmla="*/ 5187950 h 8684260"/>
              <a:gd name="connisteX83" fmla="*/ 2849245 w 13020040"/>
              <a:gd name="connsiteY83" fmla="*/ 5122545 h 8684260"/>
              <a:gd name="connisteX84" fmla="*/ 2903855 w 13020040"/>
              <a:gd name="connsiteY84" fmla="*/ 5057140 h 8684260"/>
              <a:gd name="connisteX85" fmla="*/ 2926080 w 13020040"/>
              <a:gd name="connsiteY85" fmla="*/ 4991735 h 8684260"/>
              <a:gd name="connisteX86" fmla="*/ 2903855 w 13020040"/>
              <a:gd name="connsiteY86" fmla="*/ 4925695 h 8684260"/>
              <a:gd name="connisteX87" fmla="*/ 2860040 w 13020040"/>
              <a:gd name="connsiteY87" fmla="*/ 4860290 h 8684260"/>
              <a:gd name="connisteX88" fmla="*/ 2838450 w 13020040"/>
              <a:gd name="connsiteY88" fmla="*/ 4794885 h 8684260"/>
              <a:gd name="connisteX89" fmla="*/ 2794635 w 13020040"/>
              <a:gd name="connsiteY89" fmla="*/ 4718685 h 8684260"/>
              <a:gd name="connisteX90" fmla="*/ 2773045 w 13020040"/>
              <a:gd name="connsiteY90" fmla="*/ 4641850 h 8684260"/>
              <a:gd name="connisteX91" fmla="*/ 2762250 w 13020040"/>
              <a:gd name="connsiteY91" fmla="*/ 4576445 h 8684260"/>
              <a:gd name="connisteX92" fmla="*/ 2750820 w 13020040"/>
              <a:gd name="connsiteY92" fmla="*/ 4511040 h 8684260"/>
              <a:gd name="connisteX93" fmla="*/ 2718435 w 13020040"/>
              <a:gd name="connsiteY93" fmla="*/ 4434205 h 8684260"/>
              <a:gd name="connisteX94" fmla="*/ 2718435 w 13020040"/>
              <a:gd name="connsiteY94" fmla="*/ 4368800 h 8684260"/>
              <a:gd name="connisteX95" fmla="*/ 2696210 w 13020040"/>
              <a:gd name="connsiteY95" fmla="*/ 4303395 h 8684260"/>
              <a:gd name="connisteX96" fmla="*/ 2630805 w 13020040"/>
              <a:gd name="connsiteY96" fmla="*/ 4281170 h 8684260"/>
              <a:gd name="connisteX97" fmla="*/ 2565400 w 13020040"/>
              <a:gd name="connsiteY97" fmla="*/ 4248785 h 8684260"/>
              <a:gd name="connisteX98" fmla="*/ 2499995 w 13020040"/>
              <a:gd name="connsiteY98" fmla="*/ 4248785 h 8684260"/>
              <a:gd name="connisteX99" fmla="*/ 2423160 w 13020040"/>
              <a:gd name="connsiteY99" fmla="*/ 4215765 h 8684260"/>
              <a:gd name="connisteX100" fmla="*/ 2336165 w 13020040"/>
              <a:gd name="connsiteY100" fmla="*/ 4194175 h 8684260"/>
              <a:gd name="connisteX101" fmla="*/ 2270125 w 13020040"/>
              <a:gd name="connsiteY101" fmla="*/ 4171950 h 8684260"/>
              <a:gd name="connisteX102" fmla="*/ 2204720 w 13020040"/>
              <a:gd name="connsiteY102" fmla="*/ 4171950 h 8684260"/>
              <a:gd name="connisteX103" fmla="*/ 2128520 w 13020040"/>
              <a:gd name="connsiteY103" fmla="*/ 4150360 h 8684260"/>
              <a:gd name="connisteX104" fmla="*/ 2062480 w 13020040"/>
              <a:gd name="connsiteY104" fmla="*/ 4095750 h 8684260"/>
              <a:gd name="connisteX105" fmla="*/ 2030095 w 13020040"/>
              <a:gd name="connsiteY105" fmla="*/ 4018915 h 8684260"/>
              <a:gd name="connisteX106" fmla="*/ 1997075 w 13020040"/>
              <a:gd name="connsiteY106" fmla="*/ 3909695 h 8684260"/>
              <a:gd name="connisteX107" fmla="*/ 1975485 w 13020040"/>
              <a:gd name="connsiteY107" fmla="*/ 3811905 h 8684260"/>
              <a:gd name="connisteX108" fmla="*/ 1953260 w 13020040"/>
              <a:gd name="connsiteY108" fmla="*/ 3713480 h 8684260"/>
              <a:gd name="connisteX109" fmla="*/ 1920875 w 13020040"/>
              <a:gd name="connsiteY109" fmla="*/ 3625850 h 8684260"/>
              <a:gd name="connisteX110" fmla="*/ 1898650 w 13020040"/>
              <a:gd name="connsiteY110" fmla="*/ 3527425 h 8684260"/>
              <a:gd name="connisteX111" fmla="*/ 1877060 w 13020040"/>
              <a:gd name="connsiteY111" fmla="*/ 3429000 h 8684260"/>
              <a:gd name="connisteX112" fmla="*/ 1844040 w 13020040"/>
              <a:gd name="connsiteY112" fmla="*/ 3331210 h 8684260"/>
              <a:gd name="connisteX113" fmla="*/ 1844040 w 13020040"/>
              <a:gd name="connsiteY113" fmla="*/ 3167380 h 8684260"/>
              <a:gd name="connisteX114" fmla="*/ 1811655 w 13020040"/>
              <a:gd name="connsiteY114" fmla="*/ 3068955 h 8684260"/>
              <a:gd name="connisteX115" fmla="*/ 1767840 w 13020040"/>
              <a:gd name="connsiteY115" fmla="*/ 2905125 h 8684260"/>
              <a:gd name="connisteX116" fmla="*/ 1724025 w 13020040"/>
              <a:gd name="connsiteY116" fmla="*/ 2741295 h 8684260"/>
              <a:gd name="connisteX117" fmla="*/ 1691640 w 13020040"/>
              <a:gd name="connsiteY117" fmla="*/ 2642870 h 8684260"/>
              <a:gd name="connisteX118" fmla="*/ 1658620 w 13020040"/>
              <a:gd name="connsiteY118" fmla="*/ 2479040 h 8684260"/>
              <a:gd name="connisteX119" fmla="*/ 1614805 w 13020040"/>
              <a:gd name="connsiteY119" fmla="*/ 2326005 h 8684260"/>
              <a:gd name="connisteX120" fmla="*/ 1581785 w 13020040"/>
              <a:gd name="connsiteY120" fmla="*/ 2216785 h 8684260"/>
              <a:gd name="connisteX121" fmla="*/ 1538605 w 13020040"/>
              <a:gd name="connsiteY121" fmla="*/ 2063750 h 8684260"/>
              <a:gd name="connisteX122" fmla="*/ 1505585 w 13020040"/>
              <a:gd name="connsiteY122" fmla="*/ 1954530 h 8684260"/>
              <a:gd name="connisteX123" fmla="*/ 1461770 w 13020040"/>
              <a:gd name="connsiteY123" fmla="*/ 1801495 h 8684260"/>
              <a:gd name="connisteX124" fmla="*/ 1440180 w 13020040"/>
              <a:gd name="connsiteY124" fmla="*/ 1703070 h 8684260"/>
              <a:gd name="connisteX125" fmla="*/ 1417955 w 13020040"/>
              <a:gd name="connsiteY125" fmla="*/ 1637665 h 8684260"/>
              <a:gd name="connisteX126" fmla="*/ 1483995 w 13020040"/>
              <a:gd name="connsiteY126" fmla="*/ 1626870 h 8684260"/>
              <a:gd name="connisteX127" fmla="*/ 1593215 w 13020040"/>
              <a:gd name="connsiteY127" fmla="*/ 1626870 h 8684260"/>
              <a:gd name="connisteX128" fmla="*/ 1680210 w 13020040"/>
              <a:gd name="connsiteY128" fmla="*/ 1626870 h 8684260"/>
              <a:gd name="connisteX129" fmla="*/ 1757045 w 13020040"/>
              <a:gd name="connsiteY129" fmla="*/ 1626870 h 8684260"/>
              <a:gd name="connisteX130" fmla="*/ 1855470 w 13020040"/>
              <a:gd name="connsiteY130" fmla="*/ 1626870 h 8684260"/>
              <a:gd name="connisteX131" fmla="*/ 1953260 w 13020040"/>
              <a:gd name="connsiteY131" fmla="*/ 1626870 h 8684260"/>
              <a:gd name="connisteX132" fmla="*/ 2040890 w 13020040"/>
              <a:gd name="connsiteY132" fmla="*/ 1626870 h 8684260"/>
              <a:gd name="connisteX133" fmla="*/ 2139315 w 13020040"/>
              <a:gd name="connsiteY133" fmla="*/ 1626870 h 8684260"/>
              <a:gd name="connisteX134" fmla="*/ 2237740 w 13020040"/>
              <a:gd name="connsiteY134" fmla="*/ 1659255 h 8684260"/>
              <a:gd name="connisteX135" fmla="*/ 2433955 w 13020040"/>
              <a:gd name="connsiteY135" fmla="*/ 1659255 h 8684260"/>
              <a:gd name="connisteX136" fmla="*/ 2586990 w 13020040"/>
              <a:gd name="connsiteY136" fmla="*/ 1692275 h 8684260"/>
              <a:gd name="connisteX137" fmla="*/ 2674620 w 13020040"/>
              <a:gd name="connsiteY137" fmla="*/ 1692275 h 8684260"/>
              <a:gd name="connisteX138" fmla="*/ 2773045 w 13020040"/>
              <a:gd name="connsiteY138" fmla="*/ 1713865 h 8684260"/>
              <a:gd name="connisteX139" fmla="*/ 2871470 w 13020040"/>
              <a:gd name="connsiteY139" fmla="*/ 1713865 h 8684260"/>
              <a:gd name="connisteX140" fmla="*/ 2958465 w 13020040"/>
              <a:gd name="connsiteY140" fmla="*/ 1736090 h 8684260"/>
              <a:gd name="connisteX141" fmla="*/ 3056890 w 13020040"/>
              <a:gd name="connsiteY141" fmla="*/ 1736090 h 8684260"/>
              <a:gd name="connisteX142" fmla="*/ 3122295 w 13020040"/>
              <a:gd name="connsiteY142" fmla="*/ 1768475 h 8684260"/>
              <a:gd name="connisteX143" fmla="*/ 3188335 w 13020040"/>
              <a:gd name="connsiteY143" fmla="*/ 1779905 h 8684260"/>
              <a:gd name="connisteX144" fmla="*/ 3264535 w 13020040"/>
              <a:gd name="connsiteY144" fmla="*/ 1812290 h 8684260"/>
              <a:gd name="connisteX145" fmla="*/ 3329940 w 13020040"/>
              <a:gd name="connsiteY145" fmla="*/ 1834515 h 8684260"/>
              <a:gd name="connisteX146" fmla="*/ 3395345 w 13020040"/>
              <a:gd name="connsiteY146" fmla="*/ 1889125 h 8684260"/>
              <a:gd name="connisteX147" fmla="*/ 3395345 w 13020040"/>
              <a:gd name="connsiteY147" fmla="*/ 1965325 h 8684260"/>
              <a:gd name="connisteX148" fmla="*/ 3352165 w 13020040"/>
              <a:gd name="connsiteY148" fmla="*/ 2042160 h 8684260"/>
              <a:gd name="connisteX149" fmla="*/ 3329940 w 13020040"/>
              <a:gd name="connsiteY149" fmla="*/ 2107565 h 8684260"/>
              <a:gd name="connisteX150" fmla="*/ 3286125 w 13020040"/>
              <a:gd name="connsiteY150" fmla="*/ 2172970 h 8684260"/>
              <a:gd name="connisteX151" fmla="*/ 3264535 w 13020040"/>
              <a:gd name="connsiteY151" fmla="*/ 2238375 h 8684260"/>
              <a:gd name="connisteX152" fmla="*/ 3231515 w 13020040"/>
              <a:gd name="connsiteY152" fmla="*/ 2303780 h 8684260"/>
              <a:gd name="connisteX153" fmla="*/ 3209925 w 13020040"/>
              <a:gd name="connsiteY153" fmla="*/ 2369820 h 8684260"/>
              <a:gd name="connisteX154" fmla="*/ 3166110 w 13020040"/>
              <a:gd name="connsiteY154" fmla="*/ 2435225 h 8684260"/>
              <a:gd name="connisteX155" fmla="*/ 3100705 w 13020040"/>
              <a:gd name="connsiteY155" fmla="*/ 2500630 h 8684260"/>
              <a:gd name="connisteX156" fmla="*/ 3035300 w 13020040"/>
              <a:gd name="connsiteY156" fmla="*/ 2555240 h 8684260"/>
              <a:gd name="connisteX157" fmla="*/ 2969260 w 13020040"/>
              <a:gd name="connsiteY157" fmla="*/ 2555240 h 8684260"/>
              <a:gd name="connisteX158" fmla="*/ 2903855 w 13020040"/>
              <a:gd name="connsiteY158" fmla="*/ 2555240 h 8684260"/>
              <a:gd name="connisteX159" fmla="*/ 2838450 w 13020040"/>
              <a:gd name="connsiteY159" fmla="*/ 2566035 h 8684260"/>
              <a:gd name="connisteX160" fmla="*/ 2773045 w 13020040"/>
              <a:gd name="connsiteY160" fmla="*/ 2577465 h 8684260"/>
              <a:gd name="connisteX161" fmla="*/ 2707640 w 13020040"/>
              <a:gd name="connsiteY161" fmla="*/ 2588260 h 8684260"/>
              <a:gd name="connisteX162" fmla="*/ 2641600 w 13020040"/>
              <a:gd name="connsiteY162" fmla="*/ 2599055 h 8684260"/>
              <a:gd name="connisteX163" fmla="*/ 2576195 w 13020040"/>
              <a:gd name="connsiteY163" fmla="*/ 2620645 h 8684260"/>
              <a:gd name="connisteX164" fmla="*/ 2576195 w 13020040"/>
              <a:gd name="connsiteY164" fmla="*/ 2686685 h 8684260"/>
              <a:gd name="connisteX165" fmla="*/ 2576195 w 13020040"/>
              <a:gd name="connsiteY165" fmla="*/ 2784475 h 8684260"/>
              <a:gd name="connisteX166" fmla="*/ 2586990 w 13020040"/>
              <a:gd name="connsiteY166" fmla="*/ 2850515 h 8684260"/>
              <a:gd name="connisteX167" fmla="*/ 2586990 w 13020040"/>
              <a:gd name="connsiteY167" fmla="*/ 2915920 h 8684260"/>
              <a:gd name="connisteX168" fmla="*/ 2586990 w 13020040"/>
              <a:gd name="connsiteY168" fmla="*/ 2981325 h 8684260"/>
              <a:gd name="connisteX169" fmla="*/ 2586990 w 13020040"/>
              <a:gd name="connsiteY169" fmla="*/ 3068955 h 8684260"/>
              <a:gd name="connisteX170" fmla="*/ 2565400 w 13020040"/>
              <a:gd name="connsiteY170" fmla="*/ 3167380 h 8684260"/>
              <a:gd name="connisteX171" fmla="*/ 2565400 w 13020040"/>
              <a:gd name="connsiteY171" fmla="*/ 3232785 h 8684260"/>
              <a:gd name="connisteX172" fmla="*/ 2543175 w 13020040"/>
              <a:gd name="connsiteY172" fmla="*/ 3298190 h 8684260"/>
              <a:gd name="connisteX173" fmla="*/ 2521585 w 13020040"/>
              <a:gd name="connsiteY173" fmla="*/ 3396615 h 8684260"/>
              <a:gd name="connisteX174" fmla="*/ 2521585 w 13020040"/>
              <a:gd name="connsiteY174" fmla="*/ 3462020 h 8684260"/>
              <a:gd name="connisteX175" fmla="*/ 2499995 w 13020040"/>
              <a:gd name="connsiteY175" fmla="*/ 3560445 h 8684260"/>
              <a:gd name="connisteX176" fmla="*/ 2499995 w 13020040"/>
              <a:gd name="connsiteY176" fmla="*/ 3658870 h 8684260"/>
              <a:gd name="connisteX177" fmla="*/ 2477770 w 13020040"/>
              <a:gd name="connsiteY177" fmla="*/ 3724275 h 8684260"/>
              <a:gd name="connisteX178" fmla="*/ 2543175 w 13020040"/>
              <a:gd name="connsiteY178" fmla="*/ 3757295 h 8684260"/>
              <a:gd name="connisteX179" fmla="*/ 2620010 w 13020040"/>
              <a:gd name="connsiteY179" fmla="*/ 3800475 h 8684260"/>
              <a:gd name="connisteX180" fmla="*/ 2696210 w 13020040"/>
              <a:gd name="connsiteY180" fmla="*/ 3833495 h 8684260"/>
              <a:gd name="connisteX181" fmla="*/ 2762250 w 13020040"/>
              <a:gd name="connsiteY181" fmla="*/ 3844290 h 8684260"/>
              <a:gd name="connisteX182" fmla="*/ 2827655 w 13020040"/>
              <a:gd name="connsiteY182" fmla="*/ 3898900 h 8684260"/>
              <a:gd name="connisteX183" fmla="*/ 2893060 w 13020040"/>
              <a:gd name="connsiteY183" fmla="*/ 3931920 h 8684260"/>
              <a:gd name="connisteX184" fmla="*/ 2958465 w 13020040"/>
              <a:gd name="connsiteY184" fmla="*/ 3975735 h 8684260"/>
              <a:gd name="connisteX185" fmla="*/ 3023870 w 13020040"/>
              <a:gd name="connsiteY185" fmla="*/ 3986530 h 8684260"/>
              <a:gd name="connisteX186" fmla="*/ 3122295 w 13020040"/>
              <a:gd name="connsiteY186" fmla="*/ 3909695 h 8684260"/>
              <a:gd name="connisteX187" fmla="*/ 3199130 w 13020040"/>
              <a:gd name="connsiteY187" fmla="*/ 3866515 h 8684260"/>
              <a:gd name="connisteX188" fmla="*/ 3264535 w 13020040"/>
              <a:gd name="connsiteY188" fmla="*/ 3822700 h 8684260"/>
              <a:gd name="connisteX189" fmla="*/ 3308350 w 13020040"/>
              <a:gd name="connsiteY189" fmla="*/ 3757295 h 8684260"/>
              <a:gd name="connisteX190" fmla="*/ 3384550 w 13020040"/>
              <a:gd name="connsiteY190" fmla="*/ 3680460 h 8684260"/>
              <a:gd name="connisteX191" fmla="*/ 3428365 w 13020040"/>
              <a:gd name="connsiteY191" fmla="*/ 3604260 h 8684260"/>
              <a:gd name="connisteX192" fmla="*/ 3493770 w 13020040"/>
              <a:gd name="connsiteY192" fmla="*/ 3538855 h 8684260"/>
              <a:gd name="connisteX193" fmla="*/ 3515995 w 13020040"/>
              <a:gd name="connsiteY193" fmla="*/ 3472815 h 8684260"/>
              <a:gd name="connisteX194" fmla="*/ 3548380 w 13020040"/>
              <a:gd name="connsiteY194" fmla="*/ 3407410 h 8684260"/>
              <a:gd name="connisteX195" fmla="*/ 3581400 w 13020040"/>
              <a:gd name="connsiteY195" fmla="*/ 3342005 h 8684260"/>
              <a:gd name="connisteX196" fmla="*/ 3602990 w 13020040"/>
              <a:gd name="connsiteY196" fmla="*/ 3276600 h 8684260"/>
              <a:gd name="connisteX197" fmla="*/ 3646805 w 13020040"/>
              <a:gd name="connsiteY197" fmla="*/ 3210560 h 8684260"/>
              <a:gd name="connisteX198" fmla="*/ 3690620 w 13020040"/>
              <a:gd name="connsiteY198" fmla="*/ 3101340 h 8684260"/>
              <a:gd name="connisteX199" fmla="*/ 3712210 w 13020040"/>
              <a:gd name="connsiteY199" fmla="*/ 3035935 h 8684260"/>
              <a:gd name="connisteX200" fmla="*/ 3734435 w 13020040"/>
              <a:gd name="connsiteY200" fmla="*/ 2970530 h 8684260"/>
              <a:gd name="connisteX201" fmla="*/ 3778250 w 13020040"/>
              <a:gd name="connsiteY201" fmla="*/ 2905125 h 8684260"/>
              <a:gd name="connisteX202" fmla="*/ 3789045 w 13020040"/>
              <a:gd name="connsiteY202" fmla="*/ 2839085 h 8684260"/>
              <a:gd name="connisteX203" fmla="*/ 3810635 w 13020040"/>
              <a:gd name="connsiteY203" fmla="*/ 2762885 h 8684260"/>
              <a:gd name="connisteX204" fmla="*/ 3843655 w 13020040"/>
              <a:gd name="connsiteY204" fmla="*/ 2697480 h 8684260"/>
              <a:gd name="connisteX205" fmla="*/ 3865245 w 13020040"/>
              <a:gd name="connsiteY205" fmla="*/ 2632075 h 8684260"/>
              <a:gd name="connisteX206" fmla="*/ 3909060 w 13020040"/>
              <a:gd name="connsiteY206" fmla="*/ 2566035 h 8684260"/>
              <a:gd name="connisteX207" fmla="*/ 3942080 w 13020040"/>
              <a:gd name="connsiteY207" fmla="*/ 2500630 h 8684260"/>
              <a:gd name="connisteX208" fmla="*/ 3952875 w 13020040"/>
              <a:gd name="connsiteY208" fmla="*/ 2435225 h 8684260"/>
              <a:gd name="connisteX209" fmla="*/ 3996690 w 13020040"/>
              <a:gd name="connsiteY209" fmla="*/ 2369820 h 8684260"/>
              <a:gd name="connisteX210" fmla="*/ 4018280 w 13020040"/>
              <a:gd name="connsiteY210" fmla="*/ 2303780 h 8684260"/>
              <a:gd name="connisteX211" fmla="*/ 4062095 w 13020040"/>
              <a:gd name="connsiteY211" fmla="*/ 2227580 h 8684260"/>
              <a:gd name="connisteX212" fmla="*/ 4094480 w 13020040"/>
              <a:gd name="connsiteY212" fmla="*/ 2151380 h 8684260"/>
              <a:gd name="connisteX213" fmla="*/ 4127500 w 13020040"/>
              <a:gd name="connsiteY213" fmla="*/ 2074545 h 8684260"/>
              <a:gd name="connisteX214" fmla="*/ 4171315 w 13020040"/>
              <a:gd name="connsiteY214" fmla="*/ 2009140 h 8684260"/>
              <a:gd name="connisteX215" fmla="*/ 4204335 w 13020040"/>
              <a:gd name="connsiteY215" fmla="*/ 1932305 h 8684260"/>
              <a:gd name="connisteX216" fmla="*/ 4247515 w 13020040"/>
              <a:gd name="connsiteY216" fmla="*/ 1866900 h 8684260"/>
              <a:gd name="connisteX217" fmla="*/ 4313555 w 13020040"/>
              <a:gd name="connsiteY217" fmla="*/ 1812290 h 8684260"/>
              <a:gd name="connisteX218" fmla="*/ 4400550 w 13020040"/>
              <a:gd name="connsiteY218" fmla="*/ 1812290 h 8684260"/>
              <a:gd name="connisteX219" fmla="*/ 4498975 w 13020040"/>
              <a:gd name="connsiteY219" fmla="*/ 1790700 h 8684260"/>
              <a:gd name="connisteX220" fmla="*/ 4608195 w 13020040"/>
              <a:gd name="connsiteY220" fmla="*/ 1757680 h 8684260"/>
              <a:gd name="connisteX221" fmla="*/ 4695825 w 13020040"/>
              <a:gd name="connsiteY221" fmla="*/ 1757680 h 8684260"/>
              <a:gd name="connisteX222" fmla="*/ 4794250 w 13020040"/>
              <a:gd name="connsiteY222" fmla="*/ 1736090 h 8684260"/>
              <a:gd name="connisteX223" fmla="*/ 4881245 w 13020040"/>
              <a:gd name="connsiteY223" fmla="*/ 1736090 h 8684260"/>
              <a:gd name="connisteX224" fmla="*/ 4979670 w 13020040"/>
              <a:gd name="connsiteY224" fmla="*/ 1736090 h 8684260"/>
              <a:gd name="connisteX225" fmla="*/ 5055870 w 13020040"/>
              <a:gd name="connsiteY225" fmla="*/ 1713865 h 8684260"/>
              <a:gd name="connisteX226" fmla="*/ 5132705 w 13020040"/>
              <a:gd name="connsiteY226" fmla="*/ 1713865 h 8684260"/>
              <a:gd name="connisteX227" fmla="*/ 5231130 w 13020040"/>
              <a:gd name="connsiteY227" fmla="*/ 1713865 h 8684260"/>
              <a:gd name="connisteX228" fmla="*/ 5296535 w 13020040"/>
              <a:gd name="connsiteY228" fmla="*/ 1713865 h 8684260"/>
              <a:gd name="connisteX229" fmla="*/ 5384165 w 13020040"/>
              <a:gd name="connsiteY229" fmla="*/ 1713865 h 8684260"/>
              <a:gd name="connisteX230" fmla="*/ 5449570 w 13020040"/>
              <a:gd name="connsiteY230" fmla="*/ 1713865 h 8684260"/>
              <a:gd name="connisteX231" fmla="*/ 5514975 w 13020040"/>
              <a:gd name="connsiteY231" fmla="*/ 1713865 h 8684260"/>
              <a:gd name="connisteX232" fmla="*/ 5580380 w 13020040"/>
              <a:gd name="connsiteY232" fmla="*/ 1713865 h 8684260"/>
              <a:gd name="connisteX233" fmla="*/ 5645785 w 13020040"/>
              <a:gd name="connsiteY233" fmla="*/ 1713865 h 8684260"/>
              <a:gd name="connisteX234" fmla="*/ 5744210 w 13020040"/>
              <a:gd name="connsiteY234" fmla="*/ 1746885 h 8684260"/>
              <a:gd name="connisteX235" fmla="*/ 5842635 w 13020040"/>
              <a:gd name="connsiteY235" fmla="*/ 1746885 h 8684260"/>
              <a:gd name="connisteX236" fmla="*/ 5941060 w 13020040"/>
              <a:gd name="connsiteY236" fmla="*/ 1746885 h 8684260"/>
              <a:gd name="connisteX237" fmla="*/ 6039485 w 13020040"/>
              <a:gd name="connsiteY237" fmla="*/ 1768475 h 8684260"/>
              <a:gd name="connisteX238" fmla="*/ 6126480 w 13020040"/>
              <a:gd name="connsiteY238" fmla="*/ 1768475 h 8684260"/>
              <a:gd name="connisteX239" fmla="*/ 6268720 w 13020040"/>
              <a:gd name="connsiteY239" fmla="*/ 1768475 h 8684260"/>
              <a:gd name="connisteX240" fmla="*/ 6356350 w 13020040"/>
              <a:gd name="connsiteY240" fmla="*/ 1768475 h 8684260"/>
              <a:gd name="connisteX241" fmla="*/ 6497955 w 13020040"/>
              <a:gd name="connsiteY241" fmla="*/ 1768475 h 8684260"/>
              <a:gd name="connisteX242" fmla="*/ 6596380 w 13020040"/>
              <a:gd name="connsiteY242" fmla="*/ 1790700 h 8684260"/>
              <a:gd name="connisteX243" fmla="*/ 6684010 w 13020040"/>
              <a:gd name="connsiteY243" fmla="*/ 1790700 h 8684260"/>
              <a:gd name="connisteX244" fmla="*/ 6782435 w 13020040"/>
              <a:gd name="connsiteY244" fmla="*/ 1790700 h 8684260"/>
              <a:gd name="connisteX245" fmla="*/ 6880860 w 13020040"/>
              <a:gd name="connsiteY245" fmla="*/ 1823085 h 8684260"/>
              <a:gd name="connisteX246" fmla="*/ 7022465 w 13020040"/>
              <a:gd name="connsiteY246" fmla="*/ 1823085 h 8684260"/>
              <a:gd name="connisteX247" fmla="*/ 7110095 w 13020040"/>
              <a:gd name="connsiteY247" fmla="*/ 1823085 h 8684260"/>
              <a:gd name="connisteX248" fmla="*/ 7208520 w 13020040"/>
              <a:gd name="connsiteY248" fmla="*/ 1823085 h 8684260"/>
              <a:gd name="connisteX249" fmla="*/ 7295515 w 13020040"/>
              <a:gd name="connsiteY249" fmla="*/ 1845310 h 8684260"/>
              <a:gd name="connisteX250" fmla="*/ 7393940 w 13020040"/>
              <a:gd name="connsiteY250" fmla="*/ 1845310 h 8684260"/>
              <a:gd name="connisteX251" fmla="*/ 7481570 w 13020040"/>
              <a:gd name="connsiteY251" fmla="*/ 1845310 h 8684260"/>
              <a:gd name="connisteX252" fmla="*/ 7557770 w 13020040"/>
              <a:gd name="connsiteY252" fmla="*/ 1845310 h 8684260"/>
              <a:gd name="connisteX253" fmla="*/ 7623175 w 13020040"/>
              <a:gd name="connsiteY253" fmla="*/ 1845310 h 8684260"/>
              <a:gd name="connisteX254" fmla="*/ 7700010 w 13020040"/>
              <a:gd name="connsiteY254" fmla="*/ 1845310 h 8684260"/>
              <a:gd name="connisteX255" fmla="*/ 7787640 w 13020040"/>
              <a:gd name="connsiteY255" fmla="*/ 1845310 h 8684260"/>
              <a:gd name="connisteX256" fmla="*/ 7874635 w 13020040"/>
              <a:gd name="connsiteY256" fmla="*/ 1845310 h 8684260"/>
              <a:gd name="connisteX257" fmla="*/ 7962265 w 13020040"/>
              <a:gd name="connsiteY257" fmla="*/ 1845310 h 8684260"/>
              <a:gd name="connisteX258" fmla="*/ 8027670 w 13020040"/>
              <a:gd name="connsiteY258" fmla="*/ 1845310 h 8684260"/>
              <a:gd name="connisteX259" fmla="*/ 8115300 w 13020040"/>
              <a:gd name="connsiteY259" fmla="*/ 1845310 h 8684260"/>
              <a:gd name="connisteX260" fmla="*/ 8191500 w 13020040"/>
              <a:gd name="connsiteY260" fmla="*/ 1845310 h 8684260"/>
              <a:gd name="connisteX261" fmla="*/ 8268335 w 13020040"/>
              <a:gd name="connsiteY261" fmla="*/ 1845310 h 8684260"/>
              <a:gd name="connisteX262" fmla="*/ 8366125 w 13020040"/>
              <a:gd name="connsiteY262" fmla="*/ 1823085 h 8684260"/>
              <a:gd name="connisteX263" fmla="*/ 8464550 w 13020040"/>
              <a:gd name="connsiteY263" fmla="*/ 1823085 h 8684260"/>
              <a:gd name="connisteX264" fmla="*/ 8562975 w 13020040"/>
              <a:gd name="connsiteY264" fmla="*/ 1823085 h 8684260"/>
              <a:gd name="connisteX265" fmla="*/ 8639175 w 13020040"/>
              <a:gd name="connsiteY265" fmla="*/ 1812290 h 8684260"/>
              <a:gd name="connisteX266" fmla="*/ 8737600 w 13020040"/>
              <a:gd name="connsiteY266" fmla="*/ 1812290 h 8684260"/>
              <a:gd name="connisteX267" fmla="*/ 8814435 w 13020040"/>
              <a:gd name="connsiteY267" fmla="*/ 1812290 h 8684260"/>
              <a:gd name="connisteX268" fmla="*/ 8912860 w 13020040"/>
              <a:gd name="connsiteY268" fmla="*/ 1801495 h 8684260"/>
              <a:gd name="connisteX269" fmla="*/ 9010650 w 13020040"/>
              <a:gd name="connsiteY269" fmla="*/ 1768475 h 8684260"/>
              <a:gd name="connisteX270" fmla="*/ 9098280 w 13020040"/>
              <a:gd name="connsiteY270" fmla="*/ 1768475 h 8684260"/>
              <a:gd name="connisteX271" fmla="*/ 9163685 w 13020040"/>
              <a:gd name="connsiteY271" fmla="*/ 1746885 h 8684260"/>
              <a:gd name="connisteX272" fmla="*/ 9251315 w 13020040"/>
              <a:gd name="connsiteY272" fmla="*/ 1746885 h 8684260"/>
              <a:gd name="connisteX273" fmla="*/ 9316720 w 13020040"/>
              <a:gd name="connsiteY273" fmla="*/ 1725295 h 8684260"/>
              <a:gd name="connisteX274" fmla="*/ 9404350 w 13020040"/>
              <a:gd name="connsiteY274" fmla="*/ 1725295 h 8684260"/>
              <a:gd name="connisteX275" fmla="*/ 9469755 w 13020040"/>
              <a:gd name="connsiteY275" fmla="*/ 1703070 h 8684260"/>
              <a:gd name="connisteX276" fmla="*/ 9535160 w 13020040"/>
              <a:gd name="connsiteY276" fmla="*/ 1703070 h 8684260"/>
              <a:gd name="connisteX277" fmla="*/ 9644380 w 13020040"/>
              <a:gd name="connsiteY277" fmla="*/ 1681480 h 8684260"/>
              <a:gd name="connisteX278" fmla="*/ 9721215 w 13020040"/>
              <a:gd name="connsiteY278" fmla="*/ 1681480 h 8684260"/>
              <a:gd name="connisteX279" fmla="*/ 9819640 w 13020040"/>
              <a:gd name="connsiteY279" fmla="*/ 1659255 h 8684260"/>
              <a:gd name="connisteX280" fmla="*/ 9917430 w 13020040"/>
              <a:gd name="connsiteY280" fmla="*/ 1659255 h 8684260"/>
              <a:gd name="connisteX281" fmla="*/ 9983470 w 13020040"/>
              <a:gd name="connsiteY281" fmla="*/ 1659255 h 8684260"/>
              <a:gd name="connisteX282" fmla="*/ 10048875 w 13020040"/>
              <a:gd name="connsiteY282" fmla="*/ 1659255 h 8684260"/>
              <a:gd name="connisteX283" fmla="*/ 10114280 w 13020040"/>
              <a:gd name="connsiteY283" fmla="*/ 1659255 h 8684260"/>
              <a:gd name="connisteX284" fmla="*/ 10179685 w 13020040"/>
              <a:gd name="connsiteY284" fmla="*/ 1659255 h 8684260"/>
              <a:gd name="connisteX285" fmla="*/ 10256520 w 13020040"/>
              <a:gd name="connsiteY285" fmla="*/ 1659255 h 8684260"/>
              <a:gd name="connisteX286" fmla="*/ 10354945 w 13020040"/>
              <a:gd name="connsiteY286" fmla="*/ 1681480 h 8684260"/>
              <a:gd name="connisteX287" fmla="*/ 10441940 w 13020040"/>
              <a:gd name="connsiteY287" fmla="*/ 1681480 h 8684260"/>
              <a:gd name="connisteX288" fmla="*/ 10529570 w 13020040"/>
              <a:gd name="connsiteY288" fmla="*/ 1681480 h 8684260"/>
              <a:gd name="connisteX289" fmla="*/ 10616565 w 13020040"/>
              <a:gd name="connsiteY289" fmla="*/ 1703070 h 8684260"/>
              <a:gd name="connisteX290" fmla="*/ 10693400 w 13020040"/>
              <a:gd name="connsiteY290" fmla="*/ 1703070 h 8684260"/>
              <a:gd name="connisteX291" fmla="*/ 10781030 w 13020040"/>
              <a:gd name="connsiteY291" fmla="*/ 1725295 h 8684260"/>
              <a:gd name="connisteX292" fmla="*/ 10868025 w 13020040"/>
              <a:gd name="connsiteY292" fmla="*/ 1725295 h 8684260"/>
              <a:gd name="connisteX293" fmla="*/ 10944860 w 13020040"/>
              <a:gd name="connsiteY293" fmla="*/ 1757680 h 8684260"/>
              <a:gd name="connisteX294" fmla="*/ 11031855 w 13020040"/>
              <a:gd name="connsiteY294" fmla="*/ 1757680 h 8684260"/>
              <a:gd name="connisteX295" fmla="*/ 11119485 w 13020040"/>
              <a:gd name="connsiteY295" fmla="*/ 1757680 h 8684260"/>
              <a:gd name="connisteX296" fmla="*/ 11217910 w 13020040"/>
              <a:gd name="connsiteY296" fmla="*/ 1768475 h 8684260"/>
              <a:gd name="connisteX297" fmla="*/ 11304905 w 13020040"/>
              <a:gd name="connsiteY297" fmla="*/ 1768475 h 8684260"/>
              <a:gd name="connisteX298" fmla="*/ 11370945 w 13020040"/>
              <a:gd name="connsiteY298" fmla="*/ 1790700 h 8684260"/>
              <a:gd name="connisteX299" fmla="*/ 11436350 w 13020040"/>
              <a:gd name="connsiteY299" fmla="*/ 1790700 h 8684260"/>
              <a:gd name="connisteX300" fmla="*/ 11534775 w 13020040"/>
              <a:gd name="connsiteY300" fmla="*/ 1801495 h 8684260"/>
              <a:gd name="connisteX301" fmla="*/ 11600180 w 13020040"/>
              <a:gd name="connsiteY301" fmla="*/ 1823085 h 8684260"/>
              <a:gd name="connisteX302" fmla="*/ 11665585 w 13020040"/>
              <a:gd name="connsiteY302" fmla="*/ 1845310 h 8684260"/>
              <a:gd name="connisteX303" fmla="*/ 11741785 w 13020040"/>
              <a:gd name="connsiteY303" fmla="*/ 1889125 h 8684260"/>
              <a:gd name="connisteX304" fmla="*/ 11774805 w 13020040"/>
              <a:gd name="connsiteY304" fmla="*/ 1954530 h 8684260"/>
              <a:gd name="connisteX305" fmla="*/ 11785600 w 13020040"/>
              <a:gd name="connsiteY305" fmla="*/ 2019935 h 8684260"/>
              <a:gd name="connisteX306" fmla="*/ 11807825 w 13020040"/>
              <a:gd name="connsiteY306" fmla="*/ 2085340 h 8684260"/>
              <a:gd name="connisteX307" fmla="*/ 11829415 w 13020040"/>
              <a:gd name="connsiteY307" fmla="*/ 2151380 h 8684260"/>
              <a:gd name="connisteX308" fmla="*/ 11851640 w 13020040"/>
              <a:gd name="connsiteY308" fmla="*/ 2249170 h 8684260"/>
              <a:gd name="connisteX309" fmla="*/ 11884025 w 13020040"/>
              <a:gd name="connsiteY309" fmla="*/ 2347595 h 8684260"/>
              <a:gd name="connisteX310" fmla="*/ 11927840 w 13020040"/>
              <a:gd name="connsiteY310" fmla="*/ 2446020 h 8684260"/>
              <a:gd name="connisteX311" fmla="*/ 11949430 w 13020040"/>
              <a:gd name="connsiteY311" fmla="*/ 2511425 h 8684260"/>
              <a:gd name="connisteX312" fmla="*/ 11982450 w 13020040"/>
              <a:gd name="connsiteY312" fmla="*/ 2599055 h 8684260"/>
              <a:gd name="connisteX313" fmla="*/ 12026265 w 13020040"/>
              <a:gd name="connsiteY313" fmla="*/ 2708275 h 8684260"/>
              <a:gd name="connisteX314" fmla="*/ 12058650 w 13020040"/>
              <a:gd name="connsiteY314" fmla="*/ 2795905 h 8684260"/>
              <a:gd name="connisteX315" fmla="*/ 12080875 w 13020040"/>
              <a:gd name="connsiteY315" fmla="*/ 2861310 h 8684260"/>
              <a:gd name="connisteX316" fmla="*/ 12102465 w 13020040"/>
              <a:gd name="connsiteY316" fmla="*/ 2959735 h 8684260"/>
              <a:gd name="connisteX317" fmla="*/ 12124690 w 13020040"/>
              <a:gd name="connsiteY317" fmla="*/ 3025140 h 8684260"/>
              <a:gd name="connisteX318" fmla="*/ 12146280 w 13020040"/>
              <a:gd name="connsiteY318" fmla="*/ 3123565 h 8684260"/>
              <a:gd name="connisteX319" fmla="*/ 12167870 w 13020040"/>
              <a:gd name="connsiteY319" fmla="*/ 3232785 h 8684260"/>
              <a:gd name="connisteX320" fmla="*/ 12200890 w 13020040"/>
              <a:gd name="connsiteY320" fmla="*/ 3308985 h 8684260"/>
              <a:gd name="connisteX321" fmla="*/ 12211685 w 13020040"/>
              <a:gd name="connsiteY321" fmla="*/ 3374390 h 8684260"/>
              <a:gd name="connisteX322" fmla="*/ 12211685 w 13020040"/>
              <a:gd name="connsiteY322" fmla="*/ 3440430 h 8684260"/>
              <a:gd name="connisteX323" fmla="*/ 12211685 w 13020040"/>
              <a:gd name="connsiteY323" fmla="*/ 3516630 h 8684260"/>
              <a:gd name="connisteX324" fmla="*/ 12211685 w 13020040"/>
              <a:gd name="connsiteY324" fmla="*/ 3593465 h 8684260"/>
              <a:gd name="connisteX325" fmla="*/ 12233910 w 13020040"/>
              <a:gd name="connsiteY325" fmla="*/ 3669665 h 8684260"/>
              <a:gd name="connisteX326" fmla="*/ 12233910 w 13020040"/>
              <a:gd name="connsiteY326" fmla="*/ 3757295 h 8684260"/>
              <a:gd name="connisteX327" fmla="*/ 12255500 w 13020040"/>
              <a:gd name="connsiteY327" fmla="*/ 3855085 h 8684260"/>
              <a:gd name="connisteX328" fmla="*/ 12255500 w 13020040"/>
              <a:gd name="connsiteY328" fmla="*/ 3953510 h 8684260"/>
              <a:gd name="connisteX329" fmla="*/ 12288520 w 13020040"/>
              <a:gd name="connsiteY329" fmla="*/ 4041140 h 8684260"/>
              <a:gd name="connisteX330" fmla="*/ 12299315 w 13020040"/>
              <a:gd name="connsiteY330" fmla="*/ 4106545 h 8684260"/>
              <a:gd name="connisteX331" fmla="*/ 12320905 w 13020040"/>
              <a:gd name="connsiteY331" fmla="*/ 4204970 h 8684260"/>
              <a:gd name="connisteX332" fmla="*/ 12353925 w 13020040"/>
              <a:gd name="connsiteY332" fmla="*/ 4303395 h 8684260"/>
              <a:gd name="connisteX333" fmla="*/ 12397740 w 13020040"/>
              <a:gd name="connsiteY333" fmla="*/ 4368800 h 8684260"/>
              <a:gd name="connisteX334" fmla="*/ 12419330 w 13020040"/>
              <a:gd name="connsiteY334" fmla="*/ 4434205 h 8684260"/>
              <a:gd name="connisteX335" fmla="*/ 12463145 w 13020040"/>
              <a:gd name="connsiteY335" fmla="*/ 4499610 h 8684260"/>
              <a:gd name="connisteX336" fmla="*/ 12496165 w 13020040"/>
              <a:gd name="connsiteY336" fmla="*/ 4565650 h 8684260"/>
              <a:gd name="connisteX337" fmla="*/ 12506960 w 13020040"/>
              <a:gd name="connsiteY337" fmla="*/ 4631055 h 8684260"/>
              <a:gd name="connisteX338" fmla="*/ 12528550 w 13020040"/>
              <a:gd name="connsiteY338" fmla="*/ 4707255 h 8684260"/>
              <a:gd name="connisteX339" fmla="*/ 12539345 w 13020040"/>
              <a:gd name="connsiteY339" fmla="*/ 4784090 h 8684260"/>
              <a:gd name="connisteX340" fmla="*/ 12572365 w 13020040"/>
              <a:gd name="connsiteY340" fmla="*/ 4871085 h 8684260"/>
              <a:gd name="connisteX341" fmla="*/ 12583160 w 13020040"/>
              <a:gd name="connsiteY341" fmla="*/ 4937125 h 8684260"/>
              <a:gd name="connisteX342" fmla="*/ 12616180 w 13020040"/>
              <a:gd name="connsiteY342" fmla="*/ 5034915 h 8684260"/>
              <a:gd name="connisteX343" fmla="*/ 12637770 w 13020040"/>
              <a:gd name="connsiteY343" fmla="*/ 5133340 h 8684260"/>
              <a:gd name="connisteX344" fmla="*/ 12659995 w 13020040"/>
              <a:gd name="connsiteY344" fmla="*/ 5231765 h 8684260"/>
              <a:gd name="connisteX345" fmla="*/ 12714605 w 13020040"/>
              <a:gd name="connsiteY345" fmla="*/ 5374005 h 8684260"/>
              <a:gd name="connisteX346" fmla="*/ 12757785 w 13020040"/>
              <a:gd name="connsiteY346" fmla="*/ 5537835 h 8684260"/>
              <a:gd name="connisteX347" fmla="*/ 12790805 w 13020040"/>
              <a:gd name="connsiteY347" fmla="*/ 5636260 h 8684260"/>
              <a:gd name="connisteX348" fmla="*/ 12834620 w 13020040"/>
              <a:gd name="connsiteY348" fmla="*/ 5800090 h 8684260"/>
              <a:gd name="connisteX349" fmla="*/ 12867640 w 13020040"/>
              <a:gd name="connsiteY349" fmla="*/ 5898515 h 8684260"/>
              <a:gd name="connisteX350" fmla="*/ 12910820 w 13020040"/>
              <a:gd name="connsiteY350" fmla="*/ 6062345 h 8684260"/>
              <a:gd name="connisteX351" fmla="*/ 12943840 w 13020040"/>
              <a:gd name="connsiteY351" fmla="*/ 6160770 h 8684260"/>
              <a:gd name="connisteX352" fmla="*/ 12943840 w 13020040"/>
              <a:gd name="connsiteY352" fmla="*/ 6258560 h 8684260"/>
              <a:gd name="connisteX353" fmla="*/ 12987655 w 13020040"/>
              <a:gd name="connsiteY353" fmla="*/ 6356985 h 8684260"/>
              <a:gd name="connisteX354" fmla="*/ 12987655 w 13020040"/>
              <a:gd name="connsiteY354" fmla="*/ 6455410 h 8684260"/>
              <a:gd name="connisteX355" fmla="*/ 13020040 w 13020040"/>
              <a:gd name="connsiteY355" fmla="*/ 6564630 h 8684260"/>
              <a:gd name="connisteX356" fmla="*/ 12987655 w 13020040"/>
              <a:gd name="connsiteY356" fmla="*/ 6630035 h 8684260"/>
              <a:gd name="connisteX357" fmla="*/ 12933045 w 13020040"/>
              <a:gd name="connsiteY357" fmla="*/ 6696075 h 8684260"/>
              <a:gd name="connisteX358" fmla="*/ 12867640 w 13020040"/>
              <a:gd name="connsiteY358" fmla="*/ 6717665 h 8684260"/>
              <a:gd name="connisteX359" fmla="*/ 12801600 w 13020040"/>
              <a:gd name="connsiteY359" fmla="*/ 6739255 h 8684260"/>
              <a:gd name="connisteX360" fmla="*/ 12703175 w 13020040"/>
              <a:gd name="connsiteY360" fmla="*/ 6761480 h 8684260"/>
              <a:gd name="connisteX361" fmla="*/ 12637770 w 13020040"/>
              <a:gd name="connsiteY361" fmla="*/ 6805295 h 8684260"/>
              <a:gd name="connisteX362" fmla="*/ 12572365 w 13020040"/>
              <a:gd name="connsiteY362" fmla="*/ 6826885 h 8684260"/>
              <a:gd name="connisteX363" fmla="*/ 12506960 w 13020040"/>
              <a:gd name="connsiteY363" fmla="*/ 6870700 h 8684260"/>
              <a:gd name="connisteX364" fmla="*/ 12408535 w 13020040"/>
              <a:gd name="connsiteY364" fmla="*/ 6925310 h 8684260"/>
              <a:gd name="connisteX365" fmla="*/ 12343130 w 13020040"/>
              <a:gd name="connsiteY365" fmla="*/ 6946900 h 8684260"/>
              <a:gd name="connisteX366" fmla="*/ 12277090 w 13020040"/>
              <a:gd name="connsiteY366" fmla="*/ 6990715 h 8684260"/>
              <a:gd name="connisteX367" fmla="*/ 12211685 w 13020040"/>
              <a:gd name="connsiteY367" fmla="*/ 7034530 h 8684260"/>
              <a:gd name="connisteX368" fmla="*/ 12146280 w 13020040"/>
              <a:gd name="connsiteY368" fmla="*/ 7056120 h 8684260"/>
              <a:gd name="connisteX369" fmla="*/ 12080875 w 13020040"/>
              <a:gd name="connsiteY369" fmla="*/ 7099935 h 8684260"/>
              <a:gd name="connisteX370" fmla="*/ 12004040 w 13020040"/>
              <a:gd name="connsiteY370" fmla="*/ 7143750 h 8684260"/>
              <a:gd name="connisteX371" fmla="*/ 11938635 w 13020040"/>
              <a:gd name="connsiteY371" fmla="*/ 7187565 h 8684260"/>
              <a:gd name="connisteX372" fmla="*/ 11873230 w 13020040"/>
              <a:gd name="connsiteY372" fmla="*/ 7231380 h 8684260"/>
              <a:gd name="connisteX373" fmla="*/ 11807825 w 13020040"/>
              <a:gd name="connsiteY373" fmla="*/ 7263765 h 8684260"/>
              <a:gd name="connisteX374" fmla="*/ 11741785 w 13020040"/>
              <a:gd name="connsiteY374" fmla="*/ 7296785 h 8684260"/>
              <a:gd name="connisteX375" fmla="*/ 11676380 w 13020040"/>
              <a:gd name="connsiteY375" fmla="*/ 7296785 h 8684260"/>
              <a:gd name="connisteX376" fmla="*/ 11610975 w 13020040"/>
              <a:gd name="connsiteY376" fmla="*/ 7318375 h 8684260"/>
              <a:gd name="connisteX377" fmla="*/ 11545570 w 13020040"/>
              <a:gd name="connsiteY377" fmla="*/ 7340600 h 8684260"/>
              <a:gd name="connisteX378" fmla="*/ 11480165 w 13020040"/>
              <a:gd name="connsiteY378" fmla="*/ 7340600 h 8684260"/>
              <a:gd name="connisteX379" fmla="*/ 11414125 w 13020040"/>
              <a:gd name="connsiteY379" fmla="*/ 7351395 h 8684260"/>
              <a:gd name="connisteX380" fmla="*/ 11348720 w 13020040"/>
              <a:gd name="connsiteY380" fmla="*/ 7351395 h 8684260"/>
              <a:gd name="connisteX381" fmla="*/ 11283315 w 13020040"/>
              <a:gd name="connsiteY381" fmla="*/ 7372985 h 8684260"/>
              <a:gd name="connisteX382" fmla="*/ 11195685 w 13020040"/>
              <a:gd name="connsiteY382" fmla="*/ 7372985 h 8684260"/>
              <a:gd name="connisteX383" fmla="*/ 11119485 w 13020040"/>
              <a:gd name="connsiteY383" fmla="*/ 7395210 h 8684260"/>
              <a:gd name="connisteX384" fmla="*/ 11054080 w 13020040"/>
              <a:gd name="connsiteY384" fmla="*/ 7406005 h 8684260"/>
              <a:gd name="connisteX385" fmla="*/ 10988040 w 13020040"/>
              <a:gd name="connsiteY385" fmla="*/ 7406005 h 8684260"/>
              <a:gd name="connisteX386" fmla="*/ 10922635 w 13020040"/>
              <a:gd name="connsiteY386" fmla="*/ 7406005 h 8684260"/>
              <a:gd name="connisteX387" fmla="*/ 10857230 w 13020040"/>
              <a:gd name="connsiteY387" fmla="*/ 7406005 h 8684260"/>
              <a:gd name="connisteX388" fmla="*/ 10791825 w 13020040"/>
              <a:gd name="connsiteY388" fmla="*/ 7395210 h 8684260"/>
              <a:gd name="connisteX389" fmla="*/ 10725785 w 13020040"/>
              <a:gd name="connsiteY389" fmla="*/ 7383780 h 8684260"/>
              <a:gd name="connisteX390" fmla="*/ 10660380 w 13020040"/>
              <a:gd name="connsiteY390" fmla="*/ 7383780 h 8684260"/>
              <a:gd name="connisteX391" fmla="*/ 10594975 w 13020040"/>
              <a:gd name="connsiteY391" fmla="*/ 7351395 h 8684260"/>
              <a:gd name="connisteX392" fmla="*/ 10529570 w 13020040"/>
              <a:gd name="connsiteY392" fmla="*/ 7285990 h 8684260"/>
              <a:gd name="connisteX393" fmla="*/ 10485755 w 13020040"/>
              <a:gd name="connsiteY393" fmla="*/ 7219950 h 8684260"/>
              <a:gd name="connisteX394" fmla="*/ 10441940 w 13020040"/>
              <a:gd name="connsiteY394" fmla="*/ 7154545 h 8684260"/>
              <a:gd name="connisteX395" fmla="*/ 10387330 w 13020040"/>
              <a:gd name="connsiteY395" fmla="*/ 7078345 h 8684260"/>
              <a:gd name="connisteX396" fmla="*/ 10343515 w 13020040"/>
              <a:gd name="connsiteY396" fmla="*/ 7012305 h 8684260"/>
              <a:gd name="connisteX397" fmla="*/ 10288905 w 13020040"/>
              <a:gd name="connsiteY397" fmla="*/ 6925310 h 8684260"/>
              <a:gd name="connisteX398" fmla="*/ 10223500 w 13020040"/>
              <a:gd name="connsiteY398" fmla="*/ 6859905 h 8684260"/>
              <a:gd name="connisteX399" fmla="*/ 10158095 w 13020040"/>
              <a:gd name="connsiteY399" fmla="*/ 6783070 h 8684260"/>
              <a:gd name="connisteX400" fmla="*/ 10092690 w 13020040"/>
              <a:gd name="connsiteY400" fmla="*/ 6717665 h 8684260"/>
              <a:gd name="connisteX401" fmla="*/ 10048875 w 13020040"/>
              <a:gd name="connsiteY401" fmla="*/ 6652260 h 8684260"/>
              <a:gd name="connisteX402" fmla="*/ 9983470 w 13020040"/>
              <a:gd name="connsiteY402" fmla="*/ 6586855 h 8684260"/>
              <a:gd name="connisteX403" fmla="*/ 9950450 w 13020040"/>
              <a:gd name="connsiteY403" fmla="*/ 6520815 h 8684260"/>
              <a:gd name="connisteX404" fmla="*/ 9917430 w 13020040"/>
              <a:gd name="connsiteY404" fmla="*/ 6455410 h 8684260"/>
              <a:gd name="connisteX405" fmla="*/ 9862820 w 13020040"/>
              <a:gd name="connsiteY405" fmla="*/ 6379210 h 8684260"/>
              <a:gd name="connisteX406" fmla="*/ 9830435 w 13020040"/>
              <a:gd name="connsiteY406" fmla="*/ 6302375 h 8684260"/>
              <a:gd name="connisteX407" fmla="*/ 9786620 w 13020040"/>
              <a:gd name="connsiteY407" fmla="*/ 6236970 h 8684260"/>
              <a:gd name="connisteX408" fmla="*/ 9753600 w 13020040"/>
              <a:gd name="connsiteY408" fmla="*/ 6171565 h 8684260"/>
              <a:gd name="connisteX409" fmla="*/ 9721215 w 13020040"/>
              <a:gd name="connsiteY409" fmla="*/ 6106160 h 8684260"/>
              <a:gd name="connisteX410" fmla="*/ 9677400 w 13020040"/>
              <a:gd name="connsiteY410" fmla="*/ 6040120 h 8684260"/>
              <a:gd name="connisteX411" fmla="*/ 9644380 w 13020040"/>
              <a:gd name="connsiteY411" fmla="*/ 5941695 h 8684260"/>
              <a:gd name="connisteX412" fmla="*/ 9600565 w 13020040"/>
              <a:gd name="connsiteY412" fmla="*/ 5876290 h 8684260"/>
              <a:gd name="connisteX413" fmla="*/ 9589770 w 13020040"/>
              <a:gd name="connsiteY413" fmla="*/ 5810885 h 8684260"/>
              <a:gd name="connisteX414" fmla="*/ 9545955 w 13020040"/>
              <a:gd name="connsiteY414" fmla="*/ 5745480 h 8684260"/>
              <a:gd name="connisteX415" fmla="*/ 9524365 w 13020040"/>
              <a:gd name="connsiteY415" fmla="*/ 5680075 h 8684260"/>
              <a:gd name="connisteX416" fmla="*/ 9545955 w 13020040"/>
              <a:gd name="connsiteY416" fmla="*/ 5614035 h 8684260"/>
              <a:gd name="connisteX417" fmla="*/ 9589770 w 13020040"/>
              <a:gd name="connsiteY417" fmla="*/ 5548630 h 8684260"/>
              <a:gd name="connisteX418" fmla="*/ 9655175 w 13020040"/>
              <a:gd name="connsiteY418" fmla="*/ 5472430 h 8684260"/>
              <a:gd name="connisteX419" fmla="*/ 9721215 w 13020040"/>
              <a:gd name="connsiteY419" fmla="*/ 5439410 h 8684260"/>
              <a:gd name="connisteX420" fmla="*/ 9808210 w 13020040"/>
              <a:gd name="connsiteY420" fmla="*/ 5374005 h 8684260"/>
              <a:gd name="connisteX421" fmla="*/ 9906635 w 13020040"/>
              <a:gd name="connsiteY421" fmla="*/ 5297170 h 8684260"/>
              <a:gd name="connisteX422" fmla="*/ 9972040 w 13020040"/>
              <a:gd name="connsiteY422" fmla="*/ 5253990 h 8684260"/>
              <a:gd name="connisteX423" fmla="*/ 10015855 w 13020040"/>
              <a:gd name="connsiteY423" fmla="*/ 5187950 h 8684260"/>
              <a:gd name="connisteX424" fmla="*/ 10081260 w 13020040"/>
              <a:gd name="connsiteY424" fmla="*/ 5144770 h 8684260"/>
              <a:gd name="connisteX425" fmla="*/ 10158095 w 13020040"/>
              <a:gd name="connsiteY425" fmla="*/ 5100955 h 8684260"/>
              <a:gd name="connisteX426" fmla="*/ 10223500 w 13020040"/>
              <a:gd name="connsiteY426" fmla="*/ 5057140 h 8684260"/>
              <a:gd name="connisteX427" fmla="*/ 10332720 w 13020040"/>
              <a:gd name="connsiteY427" fmla="*/ 4969510 h 8684260"/>
              <a:gd name="connisteX428" fmla="*/ 10431145 w 13020040"/>
              <a:gd name="connsiteY428" fmla="*/ 4937125 h 8684260"/>
              <a:gd name="connisteX429" fmla="*/ 10507345 w 13020040"/>
              <a:gd name="connsiteY429" fmla="*/ 4871085 h 8684260"/>
              <a:gd name="connisteX430" fmla="*/ 10594975 w 13020040"/>
              <a:gd name="connsiteY430" fmla="*/ 4805680 h 8684260"/>
              <a:gd name="connisteX431" fmla="*/ 10660380 w 13020040"/>
              <a:gd name="connsiteY431" fmla="*/ 4761865 h 8684260"/>
              <a:gd name="connisteX432" fmla="*/ 10725785 w 13020040"/>
              <a:gd name="connsiteY432" fmla="*/ 4718685 h 8684260"/>
              <a:gd name="connisteX433" fmla="*/ 10791825 w 13020040"/>
              <a:gd name="connsiteY433" fmla="*/ 4674870 h 8684260"/>
              <a:gd name="connisteX434" fmla="*/ 10835640 w 13020040"/>
              <a:gd name="connsiteY434" fmla="*/ 4609465 h 8684260"/>
              <a:gd name="connisteX435" fmla="*/ 10901045 w 13020040"/>
              <a:gd name="connsiteY435" fmla="*/ 4565650 h 8684260"/>
              <a:gd name="connisteX436" fmla="*/ 11010265 w 13020040"/>
              <a:gd name="connsiteY436" fmla="*/ 4499610 h 8684260"/>
              <a:gd name="connisteX437" fmla="*/ 11108690 w 13020040"/>
              <a:gd name="connsiteY437" fmla="*/ 4445000 h 8684260"/>
              <a:gd name="connisteX438" fmla="*/ 11184890 w 13020040"/>
              <a:gd name="connsiteY438" fmla="*/ 4368800 h 8684260"/>
              <a:gd name="connisteX439" fmla="*/ 11272520 w 13020040"/>
              <a:gd name="connsiteY439" fmla="*/ 4314190 h 8684260"/>
              <a:gd name="connisteX440" fmla="*/ 11337925 w 13020040"/>
              <a:gd name="connsiteY440" fmla="*/ 4270375 h 8684260"/>
              <a:gd name="connisteX441" fmla="*/ 11425555 w 13020040"/>
              <a:gd name="connsiteY441" fmla="*/ 4204970 h 8684260"/>
              <a:gd name="connisteX442" fmla="*/ 11512550 w 13020040"/>
              <a:gd name="connsiteY442" fmla="*/ 4150360 h 8684260"/>
              <a:gd name="connisteX443" fmla="*/ 11567160 w 13020040"/>
              <a:gd name="connsiteY443" fmla="*/ 4084955 h 8684260"/>
              <a:gd name="connisteX444" fmla="*/ 11567160 w 13020040"/>
              <a:gd name="connsiteY444" fmla="*/ 4018915 h 8684260"/>
              <a:gd name="connisteX445" fmla="*/ 11556365 w 13020040"/>
              <a:gd name="connsiteY445" fmla="*/ 3921125 h 8684260"/>
              <a:gd name="connisteX446" fmla="*/ 11534775 w 13020040"/>
              <a:gd name="connsiteY446" fmla="*/ 3855085 h 8684260"/>
              <a:gd name="connisteX447" fmla="*/ 11523345 w 13020040"/>
              <a:gd name="connsiteY447" fmla="*/ 3789680 h 8684260"/>
              <a:gd name="connisteX448" fmla="*/ 11501755 w 13020040"/>
              <a:gd name="connsiteY448" fmla="*/ 3724275 h 8684260"/>
              <a:gd name="connisteX449" fmla="*/ 11490960 w 13020040"/>
              <a:gd name="connsiteY449" fmla="*/ 3658870 h 8684260"/>
              <a:gd name="connisteX450" fmla="*/ 11468735 w 13020040"/>
              <a:gd name="connsiteY450" fmla="*/ 3593465 h 8684260"/>
              <a:gd name="connisteX451" fmla="*/ 11457940 w 13020040"/>
              <a:gd name="connsiteY451" fmla="*/ 3516630 h 8684260"/>
              <a:gd name="connisteX452" fmla="*/ 11425555 w 13020040"/>
              <a:gd name="connsiteY452" fmla="*/ 3407410 h 8684260"/>
              <a:gd name="connisteX453" fmla="*/ 11425555 w 13020040"/>
              <a:gd name="connsiteY453" fmla="*/ 3319780 h 8684260"/>
              <a:gd name="connisteX454" fmla="*/ 11403330 w 13020040"/>
              <a:gd name="connsiteY454" fmla="*/ 3221990 h 8684260"/>
              <a:gd name="connisteX455" fmla="*/ 11381740 w 13020040"/>
              <a:gd name="connsiteY455" fmla="*/ 3123565 h 8684260"/>
              <a:gd name="connisteX456" fmla="*/ 11348720 w 13020040"/>
              <a:gd name="connsiteY456" fmla="*/ 3014345 h 8684260"/>
              <a:gd name="connisteX457" fmla="*/ 11327130 w 13020040"/>
              <a:gd name="connsiteY457" fmla="*/ 2926715 h 8684260"/>
              <a:gd name="connisteX458" fmla="*/ 11304905 w 13020040"/>
              <a:gd name="connsiteY458" fmla="*/ 2828290 h 8684260"/>
              <a:gd name="connisteX459" fmla="*/ 11304905 w 13020040"/>
              <a:gd name="connsiteY459" fmla="*/ 2729865 h 8684260"/>
              <a:gd name="connisteX460" fmla="*/ 11283315 w 13020040"/>
              <a:gd name="connsiteY460" fmla="*/ 2642870 h 8684260"/>
              <a:gd name="connisteX461" fmla="*/ 11261090 w 13020040"/>
              <a:gd name="connsiteY461" fmla="*/ 2577465 h 8684260"/>
              <a:gd name="connisteX462" fmla="*/ 11239500 w 13020040"/>
              <a:gd name="connsiteY462" fmla="*/ 2479040 h 8684260"/>
              <a:gd name="connisteX463" fmla="*/ 11239500 w 13020040"/>
              <a:gd name="connsiteY463" fmla="*/ 2391410 h 8684260"/>
              <a:gd name="connisteX464" fmla="*/ 11217910 w 13020040"/>
              <a:gd name="connsiteY464" fmla="*/ 2326005 h 8684260"/>
              <a:gd name="connisteX465" fmla="*/ 11195685 w 13020040"/>
              <a:gd name="connsiteY465" fmla="*/ 2260600 h 8684260"/>
              <a:gd name="connisteX466" fmla="*/ 11130280 w 13020040"/>
              <a:gd name="connsiteY466" fmla="*/ 2216785 h 8684260"/>
              <a:gd name="connisteX467" fmla="*/ 11064875 w 13020040"/>
              <a:gd name="connsiteY467" fmla="*/ 2205990 h 8684260"/>
              <a:gd name="connisteX468" fmla="*/ 10999470 w 13020040"/>
              <a:gd name="connsiteY468" fmla="*/ 2205990 h 8684260"/>
              <a:gd name="connisteX469" fmla="*/ 10933430 w 13020040"/>
              <a:gd name="connsiteY469" fmla="*/ 2183765 h 8684260"/>
              <a:gd name="connisteX470" fmla="*/ 10868025 w 13020040"/>
              <a:gd name="connsiteY470" fmla="*/ 2162175 h 8684260"/>
              <a:gd name="connisteX471" fmla="*/ 10781030 w 13020040"/>
              <a:gd name="connsiteY471" fmla="*/ 2162175 h 8684260"/>
              <a:gd name="connisteX472" fmla="*/ 10714990 w 13020040"/>
              <a:gd name="connsiteY472" fmla="*/ 2139950 h 8684260"/>
              <a:gd name="connisteX473" fmla="*/ 10638790 w 13020040"/>
              <a:gd name="connsiteY473" fmla="*/ 2139950 h 8684260"/>
              <a:gd name="connisteX474" fmla="*/ 10573385 w 13020040"/>
              <a:gd name="connsiteY474" fmla="*/ 2139950 h 8684260"/>
              <a:gd name="connisteX475" fmla="*/ 10496550 w 13020040"/>
              <a:gd name="connsiteY475" fmla="*/ 2118360 h 8684260"/>
              <a:gd name="connisteX476" fmla="*/ 10431145 w 13020040"/>
              <a:gd name="connsiteY476" fmla="*/ 2118360 h 8684260"/>
              <a:gd name="connisteX477" fmla="*/ 10365740 w 13020040"/>
              <a:gd name="connsiteY477" fmla="*/ 2118360 h 8684260"/>
              <a:gd name="connisteX478" fmla="*/ 10300335 w 13020040"/>
              <a:gd name="connsiteY478" fmla="*/ 2118360 h 8684260"/>
              <a:gd name="connisteX479" fmla="*/ 10201910 w 13020040"/>
              <a:gd name="connsiteY479" fmla="*/ 2107565 h 8684260"/>
              <a:gd name="connisteX480" fmla="*/ 10103485 w 13020040"/>
              <a:gd name="connsiteY480" fmla="*/ 2107565 h 8684260"/>
              <a:gd name="connisteX481" fmla="*/ 10015855 w 13020040"/>
              <a:gd name="connsiteY481" fmla="*/ 2107565 h 8684260"/>
              <a:gd name="connisteX482" fmla="*/ 9928860 w 13020040"/>
              <a:gd name="connsiteY482" fmla="*/ 2074545 h 8684260"/>
              <a:gd name="connisteX483" fmla="*/ 9841230 w 13020040"/>
              <a:gd name="connsiteY483" fmla="*/ 2074545 h 8684260"/>
              <a:gd name="connisteX484" fmla="*/ 9765030 w 13020040"/>
              <a:gd name="connsiteY484" fmla="*/ 2074545 h 8684260"/>
              <a:gd name="connisteX485" fmla="*/ 9698990 w 13020040"/>
              <a:gd name="connsiteY485" fmla="*/ 2074545 h 8684260"/>
              <a:gd name="connisteX486" fmla="*/ 9633585 w 13020040"/>
              <a:gd name="connsiteY486" fmla="*/ 2074545 h 8684260"/>
              <a:gd name="connisteX487" fmla="*/ 9568180 w 13020040"/>
              <a:gd name="connsiteY487" fmla="*/ 2085340 h 8684260"/>
              <a:gd name="connisteX488" fmla="*/ 9502775 w 13020040"/>
              <a:gd name="connsiteY488" fmla="*/ 2096770 h 8684260"/>
              <a:gd name="connisteX489" fmla="*/ 9436735 w 13020040"/>
              <a:gd name="connsiteY489" fmla="*/ 2096770 h 8684260"/>
              <a:gd name="connisteX490" fmla="*/ 9371330 w 13020040"/>
              <a:gd name="connsiteY490" fmla="*/ 2118360 h 8684260"/>
              <a:gd name="connisteX491" fmla="*/ 9295130 w 13020040"/>
              <a:gd name="connsiteY491" fmla="*/ 2118360 h 8684260"/>
              <a:gd name="connisteX492" fmla="*/ 9229090 w 13020040"/>
              <a:gd name="connsiteY492" fmla="*/ 2129155 h 8684260"/>
              <a:gd name="connisteX493" fmla="*/ 9152890 w 13020040"/>
              <a:gd name="connsiteY493" fmla="*/ 2129155 h 8684260"/>
              <a:gd name="connisteX494" fmla="*/ 9087485 w 13020040"/>
              <a:gd name="connsiteY494" fmla="*/ 2151380 h 8684260"/>
              <a:gd name="connisteX495" fmla="*/ 9022080 w 13020040"/>
              <a:gd name="connsiteY495" fmla="*/ 2162175 h 8684260"/>
              <a:gd name="connisteX496" fmla="*/ 9010650 w 13020040"/>
              <a:gd name="connsiteY496" fmla="*/ 2227580 h 8684260"/>
              <a:gd name="connisteX497" fmla="*/ 9054465 w 13020040"/>
              <a:gd name="connsiteY497" fmla="*/ 2292985 h 8684260"/>
              <a:gd name="connisteX498" fmla="*/ 9076690 w 13020040"/>
              <a:gd name="connsiteY498" fmla="*/ 2358390 h 8684260"/>
              <a:gd name="connisteX499" fmla="*/ 9119870 w 13020040"/>
              <a:gd name="connsiteY499" fmla="*/ 2435225 h 8684260"/>
              <a:gd name="connisteX500" fmla="*/ 9163685 w 13020040"/>
              <a:gd name="connsiteY500" fmla="*/ 2500630 h 8684260"/>
              <a:gd name="connisteX501" fmla="*/ 9240520 w 13020040"/>
              <a:gd name="connsiteY501" fmla="*/ 2533650 h 8684260"/>
              <a:gd name="connisteX502" fmla="*/ 9305925 w 13020040"/>
              <a:gd name="connsiteY502" fmla="*/ 2533650 h 8684260"/>
              <a:gd name="connisteX503" fmla="*/ 9415145 w 13020040"/>
              <a:gd name="connsiteY503" fmla="*/ 2544445 h 8684260"/>
              <a:gd name="connisteX504" fmla="*/ 9480550 w 13020040"/>
              <a:gd name="connsiteY504" fmla="*/ 2544445 h 8684260"/>
              <a:gd name="connisteX505" fmla="*/ 9545955 w 13020040"/>
              <a:gd name="connsiteY505" fmla="*/ 2544445 h 8684260"/>
              <a:gd name="connisteX506" fmla="*/ 9611995 w 13020040"/>
              <a:gd name="connsiteY506" fmla="*/ 2544445 h 8684260"/>
              <a:gd name="connisteX507" fmla="*/ 9677400 w 13020040"/>
              <a:gd name="connsiteY507" fmla="*/ 2555240 h 8684260"/>
              <a:gd name="connisteX508" fmla="*/ 9742805 w 13020040"/>
              <a:gd name="connsiteY508" fmla="*/ 2566035 h 8684260"/>
              <a:gd name="connisteX509" fmla="*/ 9808210 w 13020040"/>
              <a:gd name="connsiteY509" fmla="*/ 2577465 h 8684260"/>
              <a:gd name="connisteX510" fmla="*/ 9874250 w 13020040"/>
              <a:gd name="connsiteY510" fmla="*/ 2577465 h 8684260"/>
              <a:gd name="connisteX511" fmla="*/ 9950450 w 13020040"/>
              <a:gd name="connsiteY511" fmla="*/ 2599055 h 8684260"/>
              <a:gd name="connisteX512" fmla="*/ 10026650 w 13020040"/>
              <a:gd name="connsiteY512" fmla="*/ 2599055 h 8684260"/>
              <a:gd name="connisteX513" fmla="*/ 10135870 w 13020040"/>
              <a:gd name="connsiteY513" fmla="*/ 2620645 h 8684260"/>
              <a:gd name="connisteX514" fmla="*/ 10234295 w 13020040"/>
              <a:gd name="connsiteY514" fmla="*/ 2620645 h 8684260"/>
              <a:gd name="connisteX515" fmla="*/ 10311130 w 13020040"/>
              <a:gd name="connsiteY515" fmla="*/ 2642870 h 8684260"/>
              <a:gd name="connisteX516" fmla="*/ 10387330 w 13020040"/>
              <a:gd name="connsiteY516" fmla="*/ 2653665 h 8684260"/>
              <a:gd name="connisteX517" fmla="*/ 10452735 w 13020040"/>
              <a:gd name="connsiteY517" fmla="*/ 2664460 h 8684260"/>
              <a:gd name="connisteX518" fmla="*/ 10518775 w 13020040"/>
              <a:gd name="connsiteY518" fmla="*/ 2686685 h 8684260"/>
              <a:gd name="connisteX519" fmla="*/ 10584180 w 13020040"/>
              <a:gd name="connsiteY519" fmla="*/ 2708275 h 8684260"/>
              <a:gd name="connisteX520" fmla="*/ 10649585 w 13020040"/>
              <a:gd name="connsiteY520" fmla="*/ 2729865 h 8684260"/>
              <a:gd name="connisteX521" fmla="*/ 10758805 w 13020040"/>
              <a:gd name="connsiteY521" fmla="*/ 2752090 h 8684260"/>
              <a:gd name="connisteX522" fmla="*/ 10824210 w 13020040"/>
              <a:gd name="connsiteY522" fmla="*/ 2773680 h 8684260"/>
              <a:gd name="connisteX523" fmla="*/ 10890250 w 13020040"/>
              <a:gd name="connsiteY523" fmla="*/ 2806700 h 8684260"/>
              <a:gd name="connisteX524" fmla="*/ 10955655 w 13020040"/>
              <a:gd name="connsiteY524" fmla="*/ 2882900 h 8684260"/>
              <a:gd name="connisteX525" fmla="*/ 11021060 w 13020040"/>
              <a:gd name="connsiteY525" fmla="*/ 2937510 h 8684260"/>
              <a:gd name="connisteX526" fmla="*/ 11054080 w 13020040"/>
              <a:gd name="connsiteY526" fmla="*/ 3002915 h 8684260"/>
              <a:gd name="connisteX527" fmla="*/ 11086465 w 13020040"/>
              <a:gd name="connsiteY527" fmla="*/ 3068955 h 8684260"/>
              <a:gd name="connisteX528" fmla="*/ 11108690 w 13020040"/>
              <a:gd name="connsiteY528" fmla="*/ 3134360 h 8684260"/>
              <a:gd name="connisteX529" fmla="*/ 11151870 w 13020040"/>
              <a:gd name="connsiteY529" fmla="*/ 3243580 h 8684260"/>
              <a:gd name="connisteX530" fmla="*/ 11174095 w 13020040"/>
              <a:gd name="connsiteY530" fmla="*/ 3308985 h 8684260"/>
              <a:gd name="connisteX531" fmla="*/ 11184890 w 13020040"/>
              <a:gd name="connsiteY531" fmla="*/ 3374390 h 8684260"/>
              <a:gd name="connisteX532" fmla="*/ 11163300 w 13020040"/>
              <a:gd name="connsiteY532" fmla="*/ 3451225 h 8684260"/>
              <a:gd name="connisteX533" fmla="*/ 11108690 w 13020040"/>
              <a:gd name="connsiteY533" fmla="*/ 3527425 h 8684260"/>
              <a:gd name="connisteX534" fmla="*/ 11064875 w 13020040"/>
              <a:gd name="connsiteY534" fmla="*/ 3593465 h 8684260"/>
              <a:gd name="connisteX535" fmla="*/ 11021060 w 13020040"/>
              <a:gd name="connsiteY535" fmla="*/ 3658870 h 8684260"/>
              <a:gd name="connisteX536" fmla="*/ 10988040 w 13020040"/>
              <a:gd name="connsiteY536" fmla="*/ 3724275 h 8684260"/>
              <a:gd name="connisteX537" fmla="*/ 10944860 w 13020040"/>
              <a:gd name="connsiteY537" fmla="*/ 3789680 h 8684260"/>
              <a:gd name="connisteX538" fmla="*/ 10890250 w 13020040"/>
              <a:gd name="connsiteY538" fmla="*/ 3866515 h 8684260"/>
              <a:gd name="connisteX539" fmla="*/ 10835640 w 13020040"/>
              <a:gd name="connsiteY539" fmla="*/ 3931920 h 8684260"/>
              <a:gd name="connisteX540" fmla="*/ 10769600 w 13020040"/>
              <a:gd name="connsiteY540" fmla="*/ 3953510 h 8684260"/>
              <a:gd name="connisteX541" fmla="*/ 10704195 w 13020040"/>
              <a:gd name="connsiteY541" fmla="*/ 3975735 h 8684260"/>
              <a:gd name="connisteX542" fmla="*/ 10627995 w 13020040"/>
              <a:gd name="connsiteY542" fmla="*/ 4018915 h 8684260"/>
              <a:gd name="connisteX543" fmla="*/ 10561955 w 13020040"/>
              <a:gd name="connsiteY543" fmla="*/ 4051935 h 8684260"/>
              <a:gd name="connisteX544" fmla="*/ 10496550 w 13020040"/>
              <a:gd name="connsiteY544" fmla="*/ 4062730 h 8684260"/>
              <a:gd name="connisteX545" fmla="*/ 10409555 w 13020040"/>
              <a:gd name="connsiteY545" fmla="*/ 4106545 h 8684260"/>
              <a:gd name="connisteX546" fmla="*/ 10343515 w 13020040"/>
              <a:gd name="connsiteY546" fmla="*/ 4106545 h 8684260"/>
              <a:gd name="connisteX547" fmla="*/ 10278110 w 13020040"/>
              <a:gd name="connsiteY547" fmla="*/ 4128770 h 8684260"/>
              <a:gd name="connisteX548" fmla="*/ 10190480 w 13020040"/>
              <a:gd name="connsiteY548" fmla="*/ 4150360 h 8684260"/>
              <a:gd name="connisteX549" fmla="*/ 10125075 w 13020040"/>
              <a:gd name="connsiteY549" fmla="*/ 4171950 h 8684260"/>
              <a:gd name="connisteX550" fmla="*/ 10038080 w 13020040"/>
              <a:gd name="connsiteY550" fmla="*/ 4171950 h 8684260"/>
              <a:gd name="connisteX551" fmla="*/ 9939655 w 13020040"/>
              <a:gd name="connsiteY551" fmla="*/ 4194175 h 8684260"/>
              <a:gd name="connisteX552" fmla="*/ 9841230 w 13020040"/>
              <a:gd name="connsiteY552" fmla="*/ 4215765 h 8684260"/>
              <a:gd name="connisteX553" fmla="*/ 9753600 w 13020040"/>
              <a:gd name="connsiteY553" fmla="*/ 4215765 h 8684260"/>
              <a:gd name="connisteX554" fmla="*/ 9655175 w 13020040"/>
              <a:gd name="connsiteY554" fmla="*/ 4248785 h 8684260"/>
              <a:gd name="connisteX555" fmla="*/ 9568180 w 13020040"/>
              <a:gd name="connsiteY555" fmla="*/ 4270375 h 8684260"/>
              <a:gd name="connisteX556" fmla="*/ 9502775 w 13020040"/>
              <a:gd name="connsiteY556" fmla="*/ 4281170 h 8684260"/>
              <a:gd name="connisteX557" fmla="*/ 9436735 w 13020040"/>
              <a:gd name="connsiteY557" fmla="*/ 4292600 h 8684260"/>
              <a:gd name="connisteX558" fmla="*/ 9371330 w 13020040"/>
              <a:gd name="connsiteY558" fmla="*/ 4248785 h 8684260"/>
              <a:gd name="connisteX559" fmla="*/ 9305925 w 13020040"/>
              <a:gd name="connsiteY559" fmla="*/ 4194175 h 8684260"/>
              <a:gd name="connisteX560" fmla="*/ 9251315 w 13020040"/>
              <a:gd name="connsiteY560" fmla="*/ 4128770 h 8684260"/>
              <a:gd name="connisteX561" fmla="*/ 9185910 w 13020040"/>
              <a:gd name="connsiteY561" fmla="*/ 4074160 h 8684260"/>
              <a:gd name="connisteX562" fmla="*/ 9131300 w 13020040"/>
              <a:gd name="connsiteY562" fmla="*/ 4008120 h 8684260"/>
              <a:gd name="connisteX563" fmla="*/ 9065260 w 13020040"/>
              <a:gd name="connsiteY563" fmla="*/ 3964305 h 8684260"/>
              <a:gd name="connisteX564" fmla="*/ 9010650 w 13020040"/>
              <a:gd name="connsiteY564" fmla="*/ 3898900 h 8684260"/>
              <a:gd name="connisteX565" fmla="*/ 8967470 w 13020040"/>
              <a:gd name="connsiteY565" fmla="*/ 3833495 h 8684260"/>
              <a:gd name="connisteX566" fmla="*/ 8934450 w 13020040"/>
              <a:gd name="connsiteY566" fmla="*/ 3768090 h 8684260"/>
              <a:gd name="connisteX567" fmla="*/ 8890635 w 13020040"/>
              <a:gd name="connsiteY567" fmla="*/ 3702685 h 8684260"/>
              <a:gd name="connisteX568" fmla="*/ 8869045 w 13020040"/>
              <a:gd name="connsiteY568" fmla="*/ 3636645 h 8684260"/>
              <a:gd name="connisteX569" fmla="*/ 8836025 w 13020040"/>
              <a:gd name="connsiteY569" fmla="*/ 3571240 h 8684260"/>
              <a:gd name="connisteX570" fmla="*/ 8803640 w 13020040"/>
              <a:gd name="connsiteY570" fmla="*/ 3505835 h 8684260"/>
              <a:gd name="connisteX571" fmla="*/ 8770620 w 13020040"/>
              <a:gd name="connsiteY571" fmla="*/ 3429000 h 8684260"/>
              <a:gd name="connisteX572" fmla="*/ 8726805 w 13020040"/>
              <a:gd name="connsiteY572" fmla="*/ 3363595 h 8684260"/>
              <a:gd name="connisteX573" fmla="*/ 8705215 w 13020040"/>
              <a:gd name="connsiteY573" fmla="*/ 3298190 h 8684260"/>
              <a:gd name="connisteX574" fmla="*/ 8661400 w 13020040"/>
              <a:gd name="connsiteY574" fmla="*/ 3232785 h 8684260"/>
              <a:gd name="connisteX575" fmla="*/ 8639175 w 13020040"/>
              <a:gd name="connsiteY575" fmla="*/ 3167380 h 8684260"/>
              <a:gd name="connisteX576" fmla="*/ 8606790 w 13020040"/>
              <a:gd name="connsiteY576" fmla="*/ 3090545 h 8684260"/>
              <a:gd name="connisteX577" fmla="*/ 8584565 w 13020040"/>
              <a:gd name="connsiteY577" fmla="*/ 3025140 h 8684260"/>
              <a:gd name="connisteX578" fmla="*/ 8584565 w 13020040"/>
              <a:gd name="connsiteY578" fmla="*/ 2959735 h 8684260"/>
              <a:gd name="connisteX579" fmla="*/ 8562975 w 13020040"/>
              <a:gd name="connsiteY579" fmla="*/ 2882900 h 8684260"/>
              <a:gd name="connisteX580" fmla="*/ 8562975 w 13020040"/>
              <a:gd name="connsiteY580" fmla="*/ 2806700 h 8684260"/>
              <a:gd name="connisteX581" fmla="*/ 8541385 w 13020040"/>
              <a:gd name="connsiteY581" fmla="*/ 2729865 h 8684260"/>
              <a:gd name="connisteX582" fmla="*/ 8519160 w 13020040"/>
              <a:gd name="connsiteY582" fmla="*/ 2642870 h 8684260"/>
              <a:gd name="connisteX583" fmla="*/ 8519160 w 13020040"/>
              <a:gd name="connsiteY583" fmla="*/ 2544445 h 8684260"/>
              <a:gd name="connisteX584" fmla="*/ 8497570 w 13020040"/>
              <a:gd name="connsiteY584" fmla="*/ 2479040 h 8684260"/>
              <a:gd name="connisteX585" fmla="*/ 8497570 w 13020040"/>
              <a:gd name="connsiteY585" fmla="*/ 2413000 h 8684260"/>
              <a:gd name="connisteX586" fmla="*/ 8497570 w 13020040"/>
              <a:gd name="connsiteY586" fmla="*/ 2347595 h 8684260"/>
              <a:gd name="connisteX587" fmla="*/ 8486775 w 13020040"/>
              <a:gd name="connsiteY587" fmla="*/ 2282190 h 8684260"/>
              <a:gd name="connisteX588" fmla="*/ 8420735 w 13020040"/>
              <a:gd name="connsiteY588" fmla="*/ 2271395 h 8684260"/>
              <a:gd name="connisteX589" fmla="*/ 8355330 w 13020040"/>
              <a:gd name="connsiteY589" fmla="*/ 2271395 h 8684260"/>
              <a:gd name="connisteX590" fmla="*/ 8289925 w 13020040"/>
              <a:gd name="connsiteY590" fmla="*/ 2271395 h 8684260"/>
              <a:gd name="connisteX591" fmla="*/ 8202295 w 13020040"/>
              <a:gd name="connsiteY591" fmla="*/ 2260600 h 8684260"/>
              <a:gd name="connisteX592" fmla="*/ 8115300 w 13020040"/>
              <a:gd name="connsiteY592" fmla="*/ 2260600 h 8684260"/>
              <a:gd name="connisteX593" fmla="*/ 8049260 w 13020040"/>
              <a:gd name="connsiteY593" fmla="*/ 2260600 h 8684260"/>
              <a:gd name="connisteX594" fmla="*/ 7962265 w 13020040"/>
              <a:gd name="connsiteY594" fmla="*/ 2238375 h 8684260"/>
              <a:gd name="connisteX595" fmla="*/ 7885430 w 13020040"/>
              <a:gd name="connsiteY595" fmla="*/ 2238375 h 8684260"/>
              <a:gd name="connisteX596" fmla="*/ 7820025 w 13020040"/>
              <a:gd name="connsiteY596" fmla="*/ 2238375 h 8684260"/>
              <a:gd name="connisteX597" fmla="*/ 7754620 w 13020040"/>
              <a:gd name="connsiteY597" fmla="*/ 2238375 h 8684260"/>
              <a:gd name="connisteX598" fmla="*/ 7689215 w 13020040"/>
              <a:gd name="connsiteY598" fmla="*/ 2238375 h 8684260"/>
              <a:gd name="connisteX599" fmla="*/ 7590790 w 13020040"/>
              <a:gd name="connsiteY599" fmla="*/ 2238375 h 8684260"/>
              <a:gd name="connisteX600" fmla="*/ 7492365 w 13020040"/>
              <a:gd name="connsiteY600" fmla="*/ 2216785 h 8684260"/>
              <a:gd name="connisteX601" fmla="*/ 7393940 w 13020040"/>
              <a:gd name="connsiteY601" fmla="*/ 2216785 h 8684260"/>
              <a:gd name="connisteX602" fmla="*/ 7328535 w 13020040"/>
              <a:gd name="connsiteY602" fmla="*/ 2205990 h 8684260"/>
              <a:gd name="connisteX603" fmla="*/ 7263130 w 13020040"/>
              <a:gd name="connsiteY603" fmla="*/ 2205990 h 8684260"/>
              <a:gd name="connisteX604" fmla="*/ 7197090 w 13020040"/>
              <a:gd name="connsiteY604" fmla="*/ 2205990 h 8684260"/>
              <a:gd name="connisteX605" fmla="*/ 7131685 w 13020040"/>
              <a:gd name="connsiteY605" fmla="*/ 2183765 h 8684260"/>
              <a:gd name="connisteX606" fmla="*/ 7066280 w 13020040"/>
              <a:gd name="connsiteY606" fmla="*/ 2183765 h 8684260"/>
              <a:gd name="connisteX607" fmla="*/ 6978650 w 13020040"/>
              <a:gd name="connsiteY607" fmla="*/ 2183765 h 8684260"/>
              <a:gd name="connisteX608" fmla="*/ 6913245 w 13020040"/>
              <a:gd name="connsiteY608" fmla="*/ 2183765 h 8684260"/>
              <a:gd name="connisteX609" fmla="*/ 6837045 w 13020040"/>
              <a:gd name="connsiteY609" fmla="*/ 2172970 h 8684260"/>
              <a:gd name="connisteX610" fmla="*/ 6738620 w 13020040"/>
              <a:gd name="connsiteY610" fmla="*/ 2172970 h 8684260"/>
              <a:gd name="connisteX611" fmla="*/ 6650990 w 13020040"/>
              <a:gd name="connsiteY611" fmla="*/ 2139950 h 8684260"/>
              <a:gd name="connisteX612" fmla="*/ 6563995 w 13020040"/>
              <a:gd name="connsiteY612" fmla="*/ 2139950 h 8684260"/>
              <a:gd name="connisteX613" fmla="*/ 6476365 w 13020040"/>
              <a:gd name="connsiteY613" fmla="*/ 2139950 h 8684260"/>
              <a:gd name="connisteX614" fmla="*/ 6410960 w 13020040"/>
              <a:gd name="connsiteY614" fmla="*/ 2139950 h 8684260"/>
              <a:gd name="connisteX615" fmla="*/ 6345555 w 13020040"/>
              <a:gd name="connsiteY615" fmla="*/ 2139950 h 8684260"/>
              <a:gd name="connisteX616" fmla="*/ 6247130 w 13020040"/>
              <a:gd name="connsiteY616" fmla="*/ 2139950 h 8684260"/>
              <a:gd name="connisteX617" fmla="*/ 6148705 w 13020040"/>
              <a:gd name="connsiteY617" fmla="*/ 2129155 h 8684260"/>
              <a:gd name="connisteX618" fmla="*/ 6061075 w 13020040"/>
              <a:gd name="connsiteY618" fmla="*/ 2129155 h 8684260"/>
              <a:gd name="connisteX619" fmla="*/ 5962650 w 13020040"/>
              <a:gd name="connsiteY619" fmla="*/ 2129155 h 8684260"/>
              <a:gd name="connisteX620" fmla="*/ 5897245 w 13020040"/>
              <a:gd name="connsiteY620" fmla="*/ 2129155 h 8684260"/>
              <a:gd name="connisteX621" fmla="*/ 5788025 w 13020040"/>
              <a:gd name="connsiteY621" fmla="*/ 2129155 h 8684260"/>
              <a:gd name="connisteX622" fmla="*/ 5689600 w 13020040"/>
              <a:gd name="connsiteY622" fmla="*/ 2151380 h 8684260"/>
              <a:gd name="connisteX623" fmla="*/ 5624195 w 13020040"/>
              <a:gd name="connsiteY623" fmla="*/ 2172970 h 8684260"/>
              <a:gd name="connisteX624" fmla="*/ 5525770 w 13020040"/>
              <a:gd name="connsiteY624" fmla="*/ 2194560 h 8684260"/>
              <a:gd name="connisteX625" fmla="*/ 5460365 w 13020040"/>
              <a:gd name="connsiteY625" fmla="*/ 2238375 h 8684260"/>
              <a:gd name="connisteX626" fmla="*/ 5361940 w 13020040"/>
              <a:gd name="connsiteY626" fmla="*/ 2260600 h 8684260"/>
              <a:gd name="connisteX627" fmla="*/ 5296535 w 13020040"/>
              <a:gd name="connsiteY627" fmla="*/ 2303780 h 8684260"/>
              <a:gd name="connisteX628" fmla="*/ 5231130 w 13020040"/>
              <a:gd name="connsiteY628" fmla="*/ 2326005 h 8684260"/>
              <a:gd name="connisteX629" fmla="*/ 5132705 w 13020040"/>
              <a:gd name="connsiteY629" fmla="*/ 2369820 h 8684260"/>
              <a:gd name="connisteX630" fmla="*/ 5067300 w 13020040"/>
              <a:gd name="connsiteY630" fmla="*/ 2413000 h 8684260"/>
              <a:gd name="connisteX631" fmla="*/ 4979670 w 13020040"/>
              <a:gd name="connsiteY631" fmla="*/ 2479040 h 8684260"/>
              <a:gd name="connisteX632" fmla="*/ 5067300 w 13020040"/>
              <a:gd name="connsiteY632" fmla="*/ 2511425 h 8684260"/>
              <a:gd name="connisteX633" fmla="*/ 5132705 w 13020040"/>
              <a:gd name="connsiteY633" fmla="*/ 2489835 h 8684260"/>
              <a:gd name="connisteX634" fmla="*/ 5198110 w 13020040"/>
              <a:gd name="connsiteY634" fmla="*/ 2467610 h 8684260"/>
              <a:gd name="connisteX635" fmla="*/ 5263515 w 13020040"/>
              <a:gd name="connsiteY635" fmla="*/ 2467610 h 8684260"/>
              <a:gd name="connisteX636" fmla="*/ 5361940 w 13020040"/>
              <a:gd name="connsiteY636" fmla="*/ 2446020 h 8684260"/>
              <a:gd name="connisteX637" fmla="*/ 5460365 w 13020040"/>
              <a:gd name="connsiteY637" fmla="*/ 2446020 h 8684260"/>
              <a:gd name="connisteX638" fmla="*/ 5525770 w 13020040"/>
              <a:gd name="connsiteY638" fmla="*/ 2435225 h 8684260"/>
              <a:gd name="connisteX639" fmla="*/ 5602605 w 13020040"/>
              <a:gd name="connsiteY639" fmla="*/ 2435225 h 8684260"/>
              <a:gd name="connisteX640" fmla="*/ 5668010 w 13020040"/>
              <a:gd name="connsiteY640" fmla="*/ 2435225 h 8684260"/>
              <a:gd name="connisteX641" fmla="*/ 5733415 w 13020040"/>
              <a:gd name="connsiteY641" fmla="*/ 2413000 h 8684260"/>
              <a:gd name="connisteX642" fmla="*/ 5798820 w 13020040"/>
              <a:gd name="connsiteY642" fmla="*/ 2413000 h 8684260"/>
              <a:gd name="connisteX643" fmla="*/ 5897245 w 13020040"/>
              <a:gd name="connsiteY643" fmla="*/ 2391410 h 8684260"/>
              <a:gd name="connisteX644" fmla="*/ 5995670 w 13020040"/>
              <a:gd name="connsiteY644" fmla="*/ 2391410 h 8684260"/>
              <a:gd name="connisteX645" fmla="*/ 6094095 w 13020040"/>
              <a:gd name="connsiteY645" fmla="*/ 2391410 h 8684260"/>
              <a:gd name="connisteX646" fmla="*/ 6181090 w 13020040"/>
              <a:gd name="connsiteY646" fmla="*/ 2358390 h 8684260"/>
              <a:gd name="connisteX647" fmla="*/ 6268720 w 13020040"/>
              <a:gd name="connsiteY647" fmla="*/ 2358390 h 8684260"/>
              <a:gd name="connisteX648" fmla="*/ 6334125 w 13020040"/>
              <a:gd name="connsiteY648" fmla="*/ 2358390 h 8684260"/>
              <a:gd name="connisteX649" fmla="*/ 6400165 w 13020040"/>
              <a:gd name="connsiteY649" fmla="*/ 2358390 h 8684260"/>
              <a:gd name="connisteX650" fmla="*/ 6476365 w 13020040"/>
              <a:gd name="connsiteY650" fmla="*/ 2358390 h 8684260"/>
              <a:gd name="connisteX651" fmla="*/ 6574790 w 13020040"/>
              <a:gd name="connsiteY651" fmla="*/ 2358390 h 8684260"/>
              <a:gd name="connisteX652" fmla="*/ 6640195 w 13020040"/>
              <a:gd name="connsiteY652" fmla="*/ 2358390 h 8684260"/>
              <a:gd name="connisteX653" fmla="*/ 6705600 w 13020040"/>
              <a:gd name="connsiteY653" fmla="*/ 2358390 h 8684260"/>
              <a:gd name="connisteX654" fmla="*/ 6771640 w 13020040"/>
              <a:gd name="connsiteY654" fmla="*/ 2358390 h 8684260"/>
              <a:gd name="connisteX655" fmla="*/ 6847840 w 13020040"/>
              <a:gd name="connsiteY655" fmla="*/ 2358390 h 8684260"/>
              <a:gd name="connisteX656" fmla="*/ 6913245 w 13020040"/>
              <a:gd name="connsiteY656" fmla="*/ 2358390 h 8684260"/>
              <a:gd name="connisteX657" fmla="*/ 6978650 w 13020040"/>
              <a:gd name="connsiteY657" fmla="*/ 2358390 h 8684260"/>
              <a:gd name="connisteX658" fmla="*/ 7077075 w 13020040"/>
              <a:gd name="connsiteY658" fmla="*/ 2380615 h 8684260"/>
              <a:gd name="connisteX659" fmla="*/ 7142480 w 13020040"/>
              <a:gd name="connsiteY659" fmla="*/ 2380615 h 8684260"/>
              <a:gd name="connisteX660" fmla="*/ 7230110 w 13020040"/>
              <a:gd name="connsiteY660" fmla="*/ 2402205 h 8684260"/>
              <a:gd name="connisteX661" fmla="*/ 7295515 w 13020040"/>
              <a:gd name="connsiteY661" fmla="*/ 2402205 h 8684260"/>
              <a:gd name="connisteX662" fmla="*/ 7361555 w 13020040"/>
              <a:gd name="connsiteY662" fmla="*/ 2424430 h 8684260"/>
              <a:gd name="connisteX663" fmla="*/ 7426960 w 13020040"/>
              <a:gd name="connsiteY663" fmla="*/ 2424430 h 8684260"/>
              <a:gd name="connisteX664" fmla="*/ 7492365 w 13020040"/>
              <a:gd name="connsiteY664" fmla="*/ 2424430 h 8684260"/>
              <a:gd name="connisteX665" fmla="*/ 7557770 w 13020040"/>
              <a:gd name="connsiteY665" fmla="*/ 2435225 h 8684260"/>
              <a:gd name="connisteX666" fmla="*/ 7634605 w 13020040"/>
              <a:gd name="connsiteY666" fmla="*/ 2479040 h 8684260"/>
              <a:gd name="connisteX667" fmla="*/ 7677785 w 13020040"/>
              <a:gd name="connsiteY667" fmla="*/ 2555240 h 8684260"/>
              <a:gd name="connisteX668" fmla="*/ 7733030 w 13020040"/>
              <a:gd name="connsiteY668" fmla="*/ 2632075 h 8684260"/>
              <a:gd name="connisteX669" fmla="*/ 7830820 w 13020040"/>
              <a:gd name="connsiteY669" fmla="*/ 2762885 h 8684260"/>
              <a:gd name="connisteX670" fmla="*/ 7885430 w 13020040"/>
              <a:gd name="connsiteY670" fmla="*/ 2828290 h 8684260"/>
              <a:gd name="connisteX671" fmla="*/ 7962265 w 13020040"/>
              <a:gd name="connsiteY671" fmla="*/ 2937510 h 8684260"/>
              <a:gd name="connisteX672" fmla="*/ 7994650 w 13020040"/>
              <a:gd name="connsiteY672" fmla="*/ 3035935 h 8684260"/>
              <a:gd name="connisteX673" fmla="*/ 8126095 w 13020040"/>
              <a:gd name="connsiteY673" fmla="*/ 3199765 h 8684260"/>
              <a:gd name="connisteX674" fmla="*/ 8202295 w 13020040"/>
              <a:gd name="connsiteY674" fmla="*/ 3308985 h 8684260"/>
              <a:gd name="connisteX675" fmla="*/ 8235315 w 13020040"/>
              <a:gd name="connsiteY675" fmla="*/ 3418205 h 8684260"/>
              <a:gd name="connisteX676" fmla="*/ 8311515 w 13020040"/>
              <a:gd name="connsiteY676" fmla="*/ 3527425 h 8684260"/>
              <a:gd name="connisteX677" fmla="*/ 8344535 w 13020040"/>
              <a:gd name="connsiteY677" fmla="*/ 3625850 h 8684260"/>
              <a:gd name="connisteX678" fmla="*/ 8409940 w 13020040"/>
              <a:gd name="connsiteY678" fmla="*/ 3735070 h 8684260"/>
              <a:gd name="connisteX679" fmla="*/ 8475345 w 13020040"/>
              <a:gd name="connsiteY679" fmla="*/ 3789680 h 8684260"/>
              <a:gd name="connisteX680" fmla="*/ 8508365 w 13020040"/>
              <a:gd name="connsiteY680" fmla="*/ 3888105 h 8684260"/>
              <a:gd name="connisteX681" fmla="*/ 8562975 w 13020040"/>
              <a:gd name="connsiteY681" fmla="*/ 3997325 h 8684260"/>
              <a:gd name="connisteX682" fmla="*/ 8584565 w 13020040"/>
              <a:gd name="connsiteY682" fmla="*/ 4062730 h 8684260"/>
              <a:gd name="connisteX683" fmla="*/ 8562975 w 13020040"/>
              <a:gd name="connsiteY683" fmla="*/ 4128770 h 8684260"/>
              <a:gd name="connisteX684" fmla="*/ 8497570 w 13020040"/>
              <a:gd name="connsiteY684" fmla="*/ 4183380 h 8684260"/>
              <a:gd name="connisteX685" fmla="*/ 8420735 w 13020040"/>
              <a:gd name="connsiteY685" fmla="*/ 4215765 h 8684260"/>
              <a:gd name="connisteX686" fmla="*/ 8355330 w 13020040"/>
              <a:gd name="connsiteY686" fmla="*/ 4237990 h 8684260"/>
              <a:gd name="connisteX687" fmla="*/ 8289925 w 13020040"/>
              <a:gd name="connsiteY687" fmla="*/ 4270375 h 8684260"/>
              <a:gd name="connisteX688" fmla="*/ 8213090 w 13020040"/>
              <a:gd name="connsiteY688" fmla="*/ 4303395 h 8684260"/>
              <a:gd name="connisteX689" fmla="*/ 8136890 w 13020040"/>
              <a:gd name="connsiteY689" fmla="*/ 4335780 h 8684260"/>
              <a:gd name="connisteX690" fmla="*/ 8071485 w 13020040"/>
              <a:gd name="connsiteY690" fmla="*/ 4358005 h 8684260"/>
              <a:gd name="connisteX691" fmla="*/ 8006080 w 13020040"/>
              <a:gd name="connsiteY691" fmla="*/ 4390390 h 8684260"/>
              <a:gd name="connisteX692" fmla="*/ 7940040 w 13020040"/>
              <a:gd name="connsiteY692" fmla="*/ 4412615 h 8684260"/>
              <a:gd name="connisteX693" fmla="*/ 7863840 w 13020040"/>
              <a:gd name="connsiteY693" fmla="*/ 4423410 h 8684260"/>
              <a:gd name="connisteX694" fmla="*/ 7787640 w 13020040"/>
              <a:gd name="connsiteY694" fmla="*/ 4456430 h 8684260"/>
              <a:gd name="connisteX695" fmla="*/ 7721600 w 13020040"/>
              <a:gd name="connsiteY695" fmla="*/ 4467225 h 8684260"/>
              <a:gd name="connisteX696" fmla="*/ 7645400 w 13020040"/>
              <a:gd name="connsiteY696" fmla="*/ 4488815 h 8684260"/>
              <a:gd name="connisteX697" fmla="*/ 7579995 w 13020040"/>
              <a:gd name="connsiteY697" fmla="*/ 4499610 h 8684260"/>
              <a:gd name="connisteX698" fmla="*/ 7513955 w 13020040"/>
              <a:gd name="connsiteY698" fmla="*/ 4488815 h 8684260"/>
              <a:gd name="connisteX699" fmla="*/ 7448550 w 13020040"/>
              <a:gd name="connsiteY699" fmla="*/ 4434205 h 8684260"/>
              <a:gd name="connisteX700" fmla="*/ 7372350 w 13020040"/>
              <a:gd name="connsiteY700" fmla="*/ 4358005 h 8684260"/>
              <a:gd name="connisteX701" fmla="*/ 7284720 w 13020040"/>
              <a:gd name="connsiteY701" fmla="*/ 4303395 h 8684260"/>
              <a:gd name="connisteX702" fmla="*/ 7197090 w 13020040"/>
              <a:gd name="connsiteY702" fmla="*/ 4237990 h 8684260"/>
              <a:gd name="connisteX703" fmla="*/ 7120890 w 13020040"/>
              <a:gd name="connsiteY703" fmla="*/ 4183380 h 8684260"/>
              <a:gd name="connisteX704" fmla="*/ 7022465 w 13020040"/>
              <a:gd name="connsiteY704" fmla="*/ 4128770 h 8684260"/>
              <a:gd name="connisteX705" fmla="*/ 6913245 w 13020040"/>
              <a:gd name="connsiteY705" fmla="*/ 4051935 h 8684260"/>
              <a:gd name="connisteX706" fmla="*/ 6837045 w 13020040"/>
              <a:gd name="connsiteY706" fmla="*/ 3997325 h 8684260"/>
              <a:gd name="connisteX707" fmla="*/ 6749415 w 13020040"/>
              <a:gd name="connsiteY707" fmla="*/ 3942715 h 8684260"/>
              <a:gd name="connisteX708" fmla="*/ 6684010 w 13020040"/>
              <a:gd name="connsiteY708" fmla="*/ 3866515 h 8684260"/>
              <a:gd name="connisteX709" fmla="*/ 6585585 w 13020040"/>
              <a:gd name="connsiteY709" fmla="*/ 3811905 h 8684260"/>
              <a:gd name="connisteX710" fmla="*/ 6476365 w 13020040"/>
              <a:gd name="connsiteY710" fmla="*/ 3735070 h 8684260"/>
              <a:gd name="connisteX711" fmla="*/ 6410960 w 13020040"/>
              <a:gd name="connsiteY711" fmla="*/ 3658870 h 8684260"/>
              <a:gd name="connisteX712" fmla="*/ 6334125 w 13020040"/>
              <a:gd name="connsiteY712" fmla="*/ 3593465 h 8684260"/>
              <a:gd name="connisteX713" fmla="*/ 6268720 w 13020040"/>
              <a:gd name="connsiteY713" fmla="*/ 3538855 h 8684260"/>
              <a:gd name="connisteX714" fmla="*/ 6224905 w 13020040"/>
              <a:gd name="connsiteY714" fmla="*/ 3472815 h 8684260"/>
              <a:gd name="connisteX715" fmla="*/ 6148705 w 13020040"/>
              <a:gd name="connsiteY715" fmla="*/ 3374390 h 8684260"/>
              <a:gd name="connisteX716" fmla="*/ 6083300 w 13020040"/>
              <a:gd name="connsiteY716" fmla="*/ 3331210 h 8684260"/>
              <a:gd name="connisteX717" fmla="*/ 6061075 w 13020040"/>
              <a:gd name="connsiteY717" fmla="*/ 3265170 h 8684260"/>
              <a:gd name="connisteX718" fmla="*/ 6115685 w 13020040"/>
              <a:gd name="connsiteY718" fmla="*/ 3199765 h 8684260"/>
              <a:gd name="connisteX719" fmla="*/ 6159500 w 13020040"/>
              <a:gd name="connsiteY719" fmla="*/ 3134360 h 8684260"/>
              <a:gd name="connisteX720" fmla="*/ 6192520 w 13020040"/>
              <a:gd name="connsiteY720" fmla="*/ 3068955 h 8684260"/>
              <a:gd name="connisteX721" fmla="*/ 6247130 w 13020040"/>
              <a:gd name="connsiteY721" fmla="*/ 3002915 h 8684260"/>
              <a:gd name="connisteX722" fmla="*/ 6301740 w 13020040"/>
              <a:gd name="connsiteY722" fmla="*/ 2937510 h 8684260"/>
              <a:gd name="connisteX723" fmla="*/ 6290945 w 13020040"/>
              <a:gd name="connsiteY723" fmla="*/ 2872105 h 8684260"/>
              <a:gd name="connisteX724" fmla="*/ 6224905 w 13020040"/>
              <a:gd name="connsiteY724" fmla="*/ 2828290 h 8684260"/>
              <a:gd name="connisteX725" fmla="*/ 6159500 w 13020040"/>
              <a:gd name="connsiteY725" fmla="*/ 2795905 h 8684260"/>
              <a:gd name="connisteX726" fmla="*/ 6094095 w 13020040"/>
              <a:gd name="connsiteY726" fmla="*/ 2773680 h 8684260"/>
              <a:gd name="connisteX727" fmla="*/ 6028690 w 13020040"/>
              <a:gd name="connsiteY727" fmla="*/ 2752090 h 8684260"/>
              <a:gd name="connisteX728" fmla="*/ 5962650 w 13020040"/>
              <a:gd name="connsiteY728" fmla="*/ 2752090 h 8684260"/>
              <a:gd name="connisteX729" fmla="*/ 5897245 w 13020040"/>
              <a:gd name="connsiteY729" fmla="*/ 2741295 h 8684260"/>
              <a:gd name="connisteX730" fmla="*/ 5831840 w 13020040"/>
              <a:gd name="connsiteY730" fmla="*/ 2741295 h 8684260"/>
              <a:gd name="connisteX731" fmla="*/ 5766435 w 13020040"/>
              <a:gd name="connsiteY731" fmla="*/ 2741295 h 8684260"/>
              <a:gd name="connisteX732" fmla="*/ 5689600 w 13020040"/>
              <a:gd name="connsiteY732" fmla="*/ 2752090 h 8684260"/>
              <a:gd name="connisteX733" fmla="*/ 5613400 w 13020040"/>
              <a:gd name="connsiteY733" fmla="*/ 2752090 h 8684260"/>
              <a:gd name="connisteX734" fmla="*/ 5514975 w 13020040"/>
              <a:gd name="connsiteY734" fmla="*/ 2752090 h 8684260"/>
              <a:gd name="connisteX735" fmla="*/ 5449570 w 13020040"/>
              <a:gd name="connsiteY735" fmla="*/ 2773680 h 8684260"/>
              <a:gd name="connisteX736" fmla="*/ 5361940 w 13020040"/>
              <a:gd name="connsiteY736" fmla="*/ 2795905 h 8684260"/>
              <a:gd name="connisteX737" fmla="*/ 5296535 w 13020040"/>
              <a:gd name="connsiteY737" fmla="*/ 2795905 h 8684260"/>
              <a:gd name="connisteX738" fmla="*/ 5231130 w 13020040"/>
              <a:gd name="connsiteY738" fmla="*/ 2806700 h 8684260"/>
              <a:gd name="connisteX739" fmla="*/ 5165090 w 13020040"/>
              <a:gd name="connsiteY739" fmla="*/ 2817495 h 8684260"/>
              <a:gd name="connisteX740" fmla="*/ 5088890 w 13020040"/>
              <a:gd name="connsiteY740" fmla="*/ 2872105 h 8684260"/>
              <a:gd name="connisteX741" fmla="*/ 5023485 w 13020040"/>
              <a:gd name="connsiteY741" fmla="*/ 2915920 h 8684260"/>
              <a:gd name="connisteX742" fmla="*/ 4958080 w 13020040"/>
              <a:gd name="connsiteY742" fmla="*/ 2948305 h 8684260"/>
              <a:gd name="connisteX743" fmla="*/ 4870450 w 13020040"/>
              <a:gd name="connsiteY743" fmla="*/ 3014345 h 8684260"/>
              <a:gd name="connisteX744" fmla="*/ 4805045 w 13020040"/>
              <a:gd name="connsiteY744" fmla="*/ 3058160 h 8684260"/>
              <a:gd name="connisteX745" fmla="*/ 4739640 w 13020040"/>
              <a:gd name="connsiteY745" fmla="*/ 3101340 h 8684260"/>
              <a:gd name="connisteX746" fmla="*/ 4641215 w 13020040"/>
              <a:gd name="connsiteY746" fmla="*/ 3145155 h 8684260"/>
              <a:gd name="connisteX747" fmla="*/ 4531995 w 13020040"/>
              <a:gd name="connsiteY747" fmla="*/ 3221990 h 8684260"/>
              <a:gd name="connisteX748" fmla="*/ 4465955 w 13020040"/>
              <a:gd name="connsiteY748" fmla="*/ 3287395 h 8684260"/>
              <a:gd name="connisteX749" fmla="*/ 4302125 w 13020040"/>
              <a:gd name="connsiteY749" fmla="*/ 3418205 h 8684260"/>
              <a:gd name="connisteX750" fmla="*/ 4192905 w 13020040"/>
              <a:gd name="connsiteY750" fmla="*/ 3451225 h 8684260"/>
              <a:gd name="connisteX751" fmla="*/ 4072890 w 13020040"/>
              <a:gd name="connsiteY751" fmla="*/ 3571240 h 8684260"/>
              <a:gd name="connisteX752" fmla="*/ 3963670 w 13020040"/>
              <a:gd name="connsiteY752" fmla="*/ 3648075 h 8684260"/>
              <a:gd name="connisteX753" fmla="*/ 3898265 w 13020040"/>
              <a:gd name="connsiteY753" fmla="*/ 3691255 h 8684260"/>
              <a:gd name="connisteX754" fmla="*/ 3832860 w 13020040"/>
              <a:gd name="connsiteY754" fmla="*/ 3724275 h 8684260"/>
              <a:gd name="connisteX755" fmla="*/ 3766820 w 13020040"/>
              <a:gd name="connsiteY755" fmla="*/ 3768090 h 8684260"/>
              <a:gd name="connisteX756" fmla="*/ 3701415 w 13020040"/>
              <a:gd name="connsiteY756" fmla="*/ 3811905 h 8684260"/>
              <a:gd name="connisteX757" fmla="*/ 3669030 w 13020040"/>
              <a:gd name="connsiteY757" fmla="*/ 3877310 h 8684260"/>
              <a:gd name="connisteX758" fmla="*/ 3646805 w 13020040"/>
              <a:gd name="connsiteY758" fmla="*/ 3942715 h 8684260"/>
              <a:gd name="connisteX759" fmla="*/ 3625215 w 13020040"/>
              <a:gd name="connsiteY759" fmla="*/ 4008120 h 8684260"/>
              <a:gd name="connisteX760" fmla="*/ 3613785 w 13020040"/>
              <a:gd name="connsiteY760" fmla="*/ 4074160 h 8684260"/>
              <a:gd name="connisteX761" fmla="*/ 3592195 w 13020040"/>
              <a:gd name="connsiteY761" fmla="*/ 4139565 h 8684260"/>
              <a:gd name="connisteX762" fmla="*/ 3592195 w 13020040"/>
              <a:gd name="connsiteY762" fmla="*/ 4237990 h 8684260"/>
              <a:gd name="connisteX763" fmla="*/ 3570605 w 13020040"/>
              <a:gd name="connsiteY763" fmla="*/ 4303395 h 8684260"/>
              <a:gd name="connisteX764" fmla="*/ 3570605 w 13020040"/>
              <a:gd name="connsiteY764" fmla="*/ 4368800 h 8684260"/>
              <a:gd name="connisteX765" fmla="*/ 3559175 w 13020040"/>
              <a:gd name="connsiteY765" fmla="*/ 4434205 h 8684260"/>
              <a:gd name="connisteX766" fmla="*/ 3559175 w 13020040"/>
              <a:gd name="connsiteY766" fmla="*/ 4499610 h 8684260"/>
              <a:gd name="connisteX767" fmla="*/ 3537585 w 13020040"/>
              <a:gd name="connsiteY767" fmla="*/ 4576445 h 8684260"/>
              <a:gd name="connisteX768" fmla="*/ 3537585 w 13020040"/>
              <a:gd name="connsiteY768" fmla="*/ 4641850 h 8684260"/>
              <a:gd name="connisteX769" fmla="*/ 3515995 w 13020040"/>
              <a:gd name="connsiteY769" fmla="*/ 4740275 h 8684260"/>
              <a:gd name="connisteX770" fmla="*/ 3515995 w 13020040"/>
              <a:gd name="connsiteY770" fmla="*/ 4827905 h 8684260"/>
              <a:gd name="connisteX771" fmla="*/ 3493770 w 13020040"/>
              <a:gd name="connsiteY771" fmla="*/ 4925695 h 8684260"/>
              <a:gd name="connisteX772" fmla="*/ 3472180 w 13020040"/>
              <a:gd name="connsiteY772" fmla="*/ 5024120 h 8684260"/>
              <a:gd name="connisteX773" fmla="*/ 3461385 w 13020040"/>
              <a:gd name="connsiteY773" fmla="*/ 5090160 h 8684260"/>
              <a:gd name="connisteX774" fmla="*/ 3461385 w 13020040"/>
              <a:gd name="connsiteY774" fmla="*/ 5155565 h 8684260"/>
              <a:gd name="connisteX775" fmla="*/ 3417570 w 13020040"/>
              <a:gd name="connsiteY775" fmla="*/ 5253990 h 8684260"/>
              <a:gd name="connisteX776" fmla="*/ 3395345 w 13020040"/>
              <a:gd name="connsiteY776" fmla="*/ 5319395 h 8684260"/>
              <a:gd name="connisteX777" fmla="*/ 3373755 w 13020040"/>
              <a:gd name="connsiteY777" fmla="*/ 5384800 h 8684260"/>
              <a:gd name="connisteX778" fmla="*/ 3319145 w 13020040"/>
              <a:gd name="connsiteY778" fmla="*/ 5483225 h 8684260"/>
              <a:gd name="connisteX779" fmla="*/ 3297555 w 13020040"/>
              <a:gd name="connsiteY779" fmla="*/ 5548630 h 8684260"/>
              <a:gd name="connisteX780" fmla="*/ 3275330 w 13020040"/>
              <a:gd name="connsiteY780" fmla="*/ 5614035 h 8684260"/>
              <a:gd name="connisteX781" fmla="*/ 3253740 w 13020040"/>
              <a:gd name="connsiteY781" fmla="*/ 5680075 h 8684260"/>
              <a:gd name="connisteX782" fmla="*/ 3199130 w 13020040"/>
              <a:gd name="connsiteY782" fmla="*/ 5756275 h 8684260"/>
              <a:gd name="connisteX783" fmla="*/ 3166110 w 13020040"/>
              <a:gd name="connsiteY783" fmla="*/ 5821680 h 8684260"/>
              <a:gd name="connisteX784" fmla="*/ 3089910 w 13020040"/>
              <a:gd name="connsiteY784" fmla="*/ 5898515 h 8684260"/>
              <a:gd name="connisteX785" fmla="*/ 3013075 w 13020040"/>
              <a:gd name="connsiteY785" fmla="*/ 5974715 h 8684260"/>
              <a:gd name="connisteX786" fmla="*/ 2926080 w 13020040"/>
              <a:gd name="connsiteY786" fmla="*/ 6083935 h 8684260"/>
              <a:gd name="connisteX787" fmla="*/ 2871470 w 13020040"/>
              <a:gd name="connsiteY787" fmla="*/ 6171565 h 8684260"/>
              <a:gd name="connisteX788" fmla="*/ 2805430 w 13020040"/>
              <a:gd name="connsiteY788" fmla="*/ 6215380 h 8684260"/>
              <a:gd name="connisteX789" fmla="*/ 2762250 w 13020040"/>
              <a:gd name="connsiteY789" fmla="*/ 6280785 h 8684260"/>
              <a:gd name="connisteX790" fmla="*/ 2696210 w 13020040"/>
              <a:gd name="connsiteY790" fmla="*/ 6335395 h 8684260"/>
              <a:gd name="connisteX791" fmla="*/ 2663825 w 13020040"/>
              <a:gd name="connsiteY791" fmla="*/ 6400800 h 8684260"/>
              <a:gd name="connisteX792" fmla="*/ 2620010 w 13020040"/>
              <a:gd name="connsiteY792" fmla="*/ 6466205 h 8684260"/>
              <a:gd name="connisteX793" fmla="*/ 2609215 w 13020040"/>
              <a:gd name="connsiteY793" fmla="*/ 6531610 h 8684260"/>
              <a:gd name="connisteX794" fmla="*/ 2674620 w 13020040"/>
              <a:gd name="connsiteY794" fmla="*/ 6575425 h 8684260"/>
              <a:gd name="connisteX795" fmla="*/ 2740025 w 13020040"/>
              <a:gd name="connsiteY795" fmla="*/ 6608445 h 8684260"/>
              <a:gd name="connisteX796" fmla="*/ 2805430 w 13020040"/>
              <a:gd name="connsiteY796" fmla="*/ 6630035 h 8684260"/>
              <a:gd name="connisteX797" fmla="*/ 2871470 w 13020040"/>
              <a:gd name="connsiteY797" fmla="*/ 6663055 h 8684260"/>
              <a:gd name="connisteX798" fmla="*/ 2936875 w 13020040"/>
              <a:gd name="connsiteY798" fmla="*/ 6663055 h 8684260"/>
              <a:gd name="connisteX799" fmla="*/ 3013075 w 13020040"/>
              <a:gd name="connsiteY799" fmla="*/ 6696075 h 8684260"/>
              <a:gd name="connisteX800" fmla="*/ 3078480 w 13020040"/>
              <a:gd name="connsiteY800" fmla="*/ 6696075 h 8684260"/>
              <a:gd name="connisteX801" fmla="*/ 3155315 w 13020040"/>
              <a:gd name="connsiteY801" fmla="*/ 6696075 h 8684260"/>
              <a:gd name="connisteX802" fmla="*/ 3242945 w 13020040"/>
              <a:gd name="connsiteY802" fmla="*/ 6706870 h 8684260"/>
              <a:gd name="connisteX803" fmla="*/ 3308350 w 13020040"/>
              <a:gd name="connsiteY803" fmla="*/ 6706870 h 8684260"/>
              <a:gd name="connisteX804" fmla="*/ 3373755 w 13020040"/>
              <a:gd name="connsiteY804" fmla="*/ 6706870 h 8684260"/>
              <a:gd name="connisteX805" fmla="*/ 3461385 w 13020040"/>
              <a:gd name="connsiteY805" fmla="*/ 6706870 h 8684260"/>
              <a:gd name="connisteX806" fmla="*/ 3548380 w 13020040"/>
              <a:gd name="connsiteY806" fmla="*/ 6696075 h 8684260"/>
              <a:gd name="connisteX807" fmla="*/ 3646805 w 13020040"/>
              <a:gd name="connsiteY807" fmla="*/ 6673850 h 8684260"/>
              <a:gd name="connisteX808" fmla="*/ 3734435 w 13020040"/>
              <a:gd name="connsiteY808" fmla="*/ 6673850 h 8684260"/>
              <a:gd name="connisteX809" fmla="*/ 3832860 w 13020040"/>
              <a:gd name="connsiteY809" fmla="*/ 6641465 h 8684260"/>
              <a:gd name="connisteX810" fmla="*/ 3909060 w 13020040"/>
              <a:gd name="connsiteY810" fmla="*/ 6641465 h 8684260"/>
              <a:gd name="connisteX811" fmla="*/ 3974465 w 13020040"/>
              <a:gd name="connsiteY811" fmla="*/ 6641465 h 8684260"/>
              <a:gd name="connisteX812" fmla="*/ 4039870 w 13020040"/>
              <a:gd name="connsiteY812" fmla="*/ 6630035 h 8684260"/>
              <a:gd name="connisteX813" fmla="*/ 4083685 w 13020040"/>
              <a:gd name="connsiteY813" fmla="*/ 6564630 h 8684260"/>
              <a:gd name="connisteX814" fmla="*/ 4083685 w 13020040"/>
              <a:gd name="connsiteY814" fmla="*/ 6499225 h 8684260"/>
              <a:gd name="connisteX815" fmla="*/ 4094480 w 13020040"/>
              <a:gd name="connsiteY815" fmla="*/ 6433820 h 8684260"/>
              <a:gd name="connisteX816" fmla="*/ 4094480 w 13020040"/>
              <a:gd name="connsiteY816" fmla="*/ 6356985 h 8684260"/>
              <a:gd name="connisteX817" fmla="*/ 4094480 w 13020040"/>
              <a:gd name="connsiteY817" fmla="*/ 6280785 h 8684260"/>
              <a:gd name="connisteX818" fmla="*/ 4094480 w 13020040"/>
              <a:gd name="connsiteY818" fmla="*/ 6193155 h 8684260"/>
              <a:gd name="connisteX819" fmla="*/ 4116705 w 13020040"/>
              <a:gd name="connsiteY819" fmla="*/ 6083935 h 8684260"/>
              <a:gd name="connisteX820" fmla="*/ 4116705 w 13020040"/>
              <a:gd name="connsiteY820" fmla="*/ 5996305 h 8684260"/>
              <a:gd name="connisteX821" fmla="*/ 4116705 w 13020040"/>
              <a:gd name="connsiteY821" fmla="*/ 5920105 h 8684260"/>
              <a:gd name="connisteX822" fmla="*/ 4116705 w 13020040"/>
              <a:gd name="connsiteY822" fmla="*/ 5843905 h 8684260"/>
              <a:gd name="connisteX823" fmla="*/ 4116705 w 13020040"/>
              <a:gd name="connsiteY823" fmla="*/ 5756275 h 8684260"/>
              <a:gd name="connisteX824" fmla="*/ 4116705 w 13020040"/>
              <a:gd name="connsiteY824" fmla="*/ 5690870 h 8684260"/>
              <a:gd name="connisteX825" fmla="*/ 4116705 w 13020040"/>
              <a:gd name="connsiteY825" fmla="*/ 5603240 h 8684260"/>
              <a:gd name="connisteX826" fmla="*/ 4116705 w 13020040"/>
              <a:gd name="connsiteY826" fmla="*/ 5527040 h 8684260"/>
              <a:gd name="connisteX827" fmla="*/ 4116705 w 13020040"/>
              <a:gd name="connsiteY827" fmla="*/ 5461000 h 8684260"/>
              <a:gd name="connisteX828" fmla="*/ 4116705 w 13020040"/>
              <a:gd name="connsiteY828" fmla="*/ 5395595 h 8684260"/>
              <a:gd name="connisteX829" fmla="*/ 4116705 w 13020040"/>
              <a:gd name="connsiteY829" fmla="*/ 5297170 h 8684260"/>
              <a:gd name="connisteX830" fmla="*/ 4127500 w 13020040"/>
              <a:gd name="connsiteY830" fmla="*/ 5231765 h 8684260"/>
              <a:gd name="connisteX831" fmla="*/ 4127500 w 13020040"/>
              <a:gd name="connsiteY831" fmla="*/ 5166360 h 8684260"/>
              <a:gd name="connisteX832" fmla="*/ 4127500 w 13020040"/>
              <a:gd name="connsiteY832" fmla="*/ 5100955 h 8684260"/>
              <a:gd name="connisteX833" fmla="*/ 4127500 w 13020040"/>
              <a:gd name="connsiteY833" fmla="*/ 5002530 h 8684260"/>
              <a:gd name="connisteX834" fmla="*/ 4127500 w 13020040"/>
              <a:gd name="connsiteY834" fmla="*/ 4937125 h 8684260"/>
              <a:gd name="connisteX835" fmla="*/ 4149090 w 13020040"/>
              <a:gd name="connsiteY835" fmla="*/ 4871085 h 8684260"/>
              <a:gd name="connisteX836" fmla="*/ 4149090 w 13020040"/>
              <a:gd name="connsiteY836" fmla="*/ 4794885 h 8684260"/>
              <a:gd name="connisteX837" fmla="*/ 4149090 w 13020040"/>
              <a:gd name="connsiteY837" fmla="*/ 4729480 h 8684260"/>
              <a:gd name="connisteX838" fmla="*/ 4204335 w 13020040"/>
              <a:gd name="connsiteY838" fmla="*/ 4652645 h 8684260"/>
              <a:gd name="connisteX839" fmla="*/ 4269740 w 13020040"/>
              <a:gd name="connsiteY839" fmla="*/ 4609465 h 8684260"/>
              <a:gd name="connisteX840" fmla="*/ 4378960 w 13020040"/>
              <a:gd name="connsiteY840" fmla="*/ 4565650 h 8684260"/>
              <a:gd name="connisteX841" fmla="*/ 4488180 w 13020040"/>
              <a:gd name="connsiteY841" fmla="*/ 4511040 h 8684260"/>
              <a:gd name="connisteX842" fmla="*/ 4597400 w 13020040"/>
              <a:gd name="connsiteY842" fmla="*/ 4434205 h 8684260"/>
              <a:gd name="connisteX843" fmla="*/ 4695825 w 13020040"/>
              <a:gd name="connsiteY843" fmla="*/ 4401820 h 8684260"/>
              <a:gd name="connisteX844" fmla="*/ 4815840 w 13020040"/>
              <a:gd name="connsiteY844" fmla="*/ 4324985 h 8684260"/>
              <a:gd name="connisteX845" fmla="*/ 4914265 w 13020040"/>
              <a:gd name="connsiteY845" fmla="*/ 4292600 h 8684260"/>
              <a:gd name="connisteX846" fmla="*/ 5012690 w 13020040"/>
              <a:gd name="connsiteY846" fmla="*/ 4248785 h 8684260"/>
              <a:gd name="connisteX847" fmla="*/ 5110480 w 13020040"/>
              <a:gd name="connsiteY847" fmla="*/ 4226560 h 8684260"/>
              <a:gd name="connisteX848" fmla="*/ 5176520 w 13020040"/>
              <a:gd name="connsiteY848" fmla="*/ 4183380 h 8684260"/>
              <a:gd name="connisteX849" fmla="*/ 5274945 w 13020040"/>
              <a:gd name="connsiteY849" fmla="*/ 4150360 h 8684260"/>
              <a:gd name="connisteX850" fmla="*/ 5340350 w 13020040"/>
              <a:gd name="connsiteY850" fmla="*/ 4139565 h 8684260"/>
              <a:gd name="connisteX851" fmla="*/ 5405755 w 13020040"/>
              <a:gd name="connsiteY851" fmla="*/ 4117340 h 8684260"/>
              <a:gd name="connisteX852" fmla="*/ 5471160 w 13020040"/>
              <a:gd name="connsiteY852" fmla="*/ 4084955 h 8684260"/>
              <a:gd name="connisteX853" fmla="*/ 5536565 w 13020040"/>
              <a:gd name="connsiteY853" fmla="*/ 4106545 h 8684260"/>
              <a:gd name="connisteX854" fmla="*/ 5624195 w 13020040"/>
              <a:gd name="connsiteY854" fmla="*/ 4161155 h 8684260"/>
              <a:gd name="connisteX855" fmla="*/ 5689600 w 13020040"/>
              <a:gd name="connsiteY855" fmla="*/ 4215765 h 8684260"/>
              <a:gd name="connisteX856" fmla="*/ 5777230 w 13020040"/>
              <a:gd name="connsiteY856" fmla="*/ 4270375 h 8684260"/>
              <a:gd name="connisteX857" fmla="*/ 5842635 w 13020040"/>
              <a:gd name="connsiteY857" fmla="*/ 4314190 h 8684260"/>
              <a:gd name="connisteX858" fmla="*/ 5941060 w 13020040"/>
              <a:gd name="connsiteY858" fmla="*/ 4390390 h 8684260"/>
              <a:gd name="connisteX859" fmla="*/ 6017260 w 13020040"/>
              <a:gd name="connsiteY859" fmla="*/ 4445000 h 8684260"/>
              <a:gd name="connisteX860" fmla="*/ 6104890 w 13020040"/>
              <a:gd name="connsiteY860" fmla="*/ 4499610 h 8684260"/>
              <a:gd name="connisteX861" fmla="*/ 6192520 w 13020040"/>
              <a:gd name="connsiteY861" fmla="*/ 4565650 h 8684260"/>
              <a:gd name="connisteX862" fmla="*/ 6290945 w 13020040"/>
              <a:gd name="connsiteY862" fmla="*/ 4641850 h 8684260"/>
              <a:gd name="connisteX863" fmla="*/ 6388735 w 13020040"/>
              <a:gd name="connsiteY863" fmla="*/ 4718685 h 8684260"/>
              <a:gd name="connisteX864" fmla="*/ 6454775 w 13020040"/>
              <a:gd name="connsiteY864" fmla="*/ 4773295 h 8684260"/>
              <a:gd name="connisteX865" fmla="*/ 6520180 w 13020040"/>
              <a:gd name="connsiteY865" fmla="*/ 4816475 h 8684260"/>
              <a:gd name="connisteX866" fmla="*/ 6585585 w 13020040"/>
              <a:gd name="connsiteY866" fmla="*/ 4871085 h 8684260"/>
              <a:gd name="connisteX867" fmla="*/ 6640195 w 13020040"/>
              <a:gd name="connsiteY867" fmla="*/ 4937125 h 8684260"/>
              <a:gd name="connisteX868" fmla="*/ 6684010 w 13020040"/>
              <a:gd name="connsiteY868" fmla="*/ 5002530 h 8684260"/>
              <a:gd name="connisteX869" fmla="*/ 6684010 w 13020040"/>
              <a:gd name="connsiteY869" fmla="*/ 5067935 h 8684260"/>
              <a:gd name="connisteX870" fmla="*/ 6661785 w 13020040"/>
              <a:gd name="connsiteY870" fmla="*/ 5133340 h 8684260"/>
              <a:gd name="connisteX871" fmla="*/ 6640195 w 13020040"/>
              <a:gd name="connsiteY871" fmla="*/ 5199380 h 8684260"/>
              <a:gd name="connisteX872" fmla="*/ 6629400 w 13020040"/>
              <a:gd name="connsiteY872" fmla="*/ 5264785 h 8684260"/>
              <a:gd name="connisteX873" fmla="*/ 6607175 w 13020040"/>
              <a:gd name="connsiteY873" fmla="*/ 5340985 h 8684260"/>
              <a:gd name="connisteX874" fmla="*/ 6574790 w 13020040"/>
              <a:gd name="connsiteY874" fmla="*/ 5406390 h 8684260"/>
              <a:gd name="connisteX875" fmla="*/ 6552565 w 13020040"/>
              <a:gd name="connsiteY875" fmla="*/ 5504815 h 8684260"/>
              <a:gd name="connisteX876" fmla="*/ 6530975 w 13020040"/>
              <a:gd name="connsiteY876" fmla="*/ 5570855 h 8684260"/>
              <a:gd name="connisteX877" fmla="*/ 6509385 w 13020040"/>
              <a:gd name="connsiteY877" fmla="*/ 5636260 h 8684260"/>
              <a:gd name="connisteX878" fmla="*/ 6487160 w 13020040"/>
              <a:gd name="connsiteY878" fmla="*/ 5723255 h 8684260"/>
              <a:gd name="connisteX879" fmla="*/ 6465570 w 13020040"/>
              <a:gd name="connsiteY879" fmla="*/ 5789295 h 8684260"/>
              <a:gd name="connisteX880" fmla="*/ 6443345 w 13020040"/>
              <a:gd name="connsiteY880" fmla="*/ 5887085 h 8684260"/>
              <a:gd name="connisteX881" fmla="*/ 6410960 w 13020040"/>
              <a:gd name="connsiteY881" fmla="*/ 5953125 h 8684260"/>
              <a:gd name="connisteX882" fmla="*/ 6377940 w 13020040"/>
              <a:gd name="connsiteY882" fmla="*/ 6018530 h 8684260"/>
              <a:gd name="connisteX883" fmla="*/ 6312535 w 13020040"/>
              <a:gd name="connsiteY883" fmla="*/ 6073140 h 8684260"/>
              <a:gd name="connisteX884" fmla="*/ 6247130 w 13020040"/>
              <a:gd name="connsiteY884" fmla="*/ 6094730 h 8684260"/>
              <a:gd name="connisteX885" fmla="*/ 6181090 w 13020040"/>
              <a:gd name="connsiteY885" fmla="*/ 6127750 h 8684260"/>
              <a:gd name="connisteX886" fmla="*/ 6115685 w 13020040"/>
              <a:gd name="connsiteY886" fmla="*/ 6138545 h 8684260"/>
              <a:gd name="connisteX887" fmla="*/ 6050280 w 13020040"/>
              <a:gd name="connsiteY887" fmla="*/ 6149340 h 8684260"/>
              <a:gd name="connisteX888" fmla="*/ 5984875 w 13020040"/>
              <a:gd name="connsiteY888" fmla="*/ 6171565 h 8684260"/>
              <a:gd name="connisteX889" fmla="*/ 5919470 w 13020040"/>
              <a:gd name="connsiteY889" fmla="*/ 6171565 h 8684260"/>
              <a:gd name="connisteX890" fmla="*/ 5853430 w 13020040"/>
              <a:gd name="connsiteY890" fmla="*/ 6193155 h 8684260"/>
              <a:gd name="connisteX891" fmla="*/ 5788025 w 13020040"/>
              <a:gd name="connsiteY891" fmla="*/ 6193155 h 8684260"/>
              <a:gd name="connisteX892" fmla="*/ 5689600 w 13020040"/>
              <a:gd name="connsiteY892" fmla="*/ 6171565 h 8684260"/>
              <a:gd name="connisteX893" fmla="*/ 5613400 w 13020040"/>
              <a:gd name="connsiteY893" fmla="*/ 6116955 h 8684260"/>
              <a:gd name="connisteX894" fmla="*/ 5547995 w 13020040"/>
              <a:gd name="connsiteY894" fmla="*/ 6094730 h 8684260"/>
              <a:gd name="connisteX895" fmla="*/ 5481955 w 13020040"/>
              <a:gd name="connsiteY895" fmla="*/ 6073140 h 8684260"/>
              <a:gd name="connisteX896" fmla="*/ 5416550 w 13020040"/>
              <a:gd name="connsiteY896" fmla="*/ 6040120 h 8684260"/>
              <a:gd name="connisteX897" fmla="*/ 5351145 w 13020040"/>
              <a:gd name="connsiteY897" fmla="*/ 6029325 h 8684260"/>
              <a:gd name="connisteX898" fmla="*/ 5252720 w 13020040"/>
              <a:gd name="connsiteY898" fmla="*/ 6029325 h 8684260"/>
              <a:gd name="connisteX899" fmla="*/ 5187315 w 13020040"/>
              <a:gd name="connsiteY899" fmla="*/ 6040120 h 8684260"/>
              <a:gd name="connisteX900" fmla="*/ 5121910 w 13020040"/>
              <a:gd name="connsiteY900" fmla="*/ 6040120 h 8684260"/>
              <a:gd name="connisteX901" fmla="*/ 5055870 w 13020040"/>
              <a:gd name="connsiteY901" fmla="*/ 6050915 h 8684260"/>
              <a:gd name="connisteX902" fmla="*/ 4990465 w 13020040"/>
              <a:gd name="connsiteY902" fmla="*/ 6062345 h 8684260"/>
              <a:gd name="connisteX903" fmla="*/ 4925060 w 13020040"/>
              <a:gd name="connsiteY903" fmla="*/ 6106160 h 8684260"/>
              <a:gd name="connisteX904" fmla="*/ 4870450 w 13020040"/>
              <a:gd name="connsiteY904" fmla="*/ 6171565 h 8684260"/>
              <a:gd name="connisteX905" fmla="*/ 4805045 w 13020040"/>
              <a:gd name="connsiteY905" fmla="*/ 6236970 h 8684260"/>
              <a:gd name="connisteX906" fmla="*/ 4750435 w 13020040"/>
              <a:gd name="connsiteY906" fmla="*/ 6313170 h 8684260"/>
              <a:gd name="connisteX907" fmla="*/ 4673600 w 13020040"/>
              <a:gd name="connsiteY907" fmla="*/ 6390005 h 8684260"/>
              <a:gd name="connisteX908" fmla="*/ 4608195 w 13020040"/>
              <a:gd name="connsiteY908" fmla="*/ 6422390 h 8684260"/>
              <a:gd name="connisteX909" fmla="*/ 4564380 w 13020040"/>
              <a:gd name="connsiteY909" fmla="*/ 6488430 h 8684260"/>
              <a:gd name="connisteX910" fmla="*/ 4498975 w 13020040"/>
              <a:gd name="connsiteY910" fmla="*/ 6553835 h 8684260"/>
              <a:gd name="connisteX911" fmla="*/ 4444365 w 13020040"/>
              <a:gd name="connsiteY911" fmla="*/ 6619240 h 8684260"/>
              <a:gd name="connisteX912" fmla="*/ 4389755 w 13020040"/>
              <a:gd name="connsiteY912" fmla="*/ 6684645 h 8684260"/>
              <a:gd name="connisteX913" fmla="*/ 4356735 w 13020040"/>
              <a:gd name="connsiteY913" fmla="*/ 6750685 h 8684260"/>
              <a:gd name="connisteX914" fmla="*/ 4324350 w 13020040"/>
              <a:gd name="connsiteY914" fmla="*/ 6816090 h 8684260"/>
              <a:gd name="connisteX915" fmla="*/ 4269740 w 13020040"/>
              <a:gd name="connsiteY915" fmla="*/ 6881495 h 8684260"/>
              <a:gd name="connisteX916" fmla="*/ 4215130 w 13020040"/>
              <a:gd name="connsiteY916" fmla="*/ 6957695 h 8684260"/>
              <a:gd name="connisteX917" fmla="*/ 4160520 w 13020040"/>
              <a:gd name="connsiteY917" fmla="*/ 7023735 h 8684260"/>
              <a:gd name="connisteX918" fmla="*/ 4105910 w 13020040"/>
              <a:gd name="connsiteY918" fmla="*/ 7089140 h 8684260"/>
              <a:gd name="connisteX919" fmla="*/ 4051300 w 13020040"/>
              <a:gd name="connsiteY919" fmla="*/ 7154545 h 8684260"/>
              <a:gd name="connisteX920" fmla="*/ 3974465 w 13020040"/>
              <a:gd name="connsiteY920" fmla="*/ 7198360 h 8684260"/>
              <a:gd name="connisteX921" fmla="*/ 3909060 w 13020040"/>
              <a:gd name="connsiteY921" fmla="*/ 7231380 h 8684260"/>
              <a:gd name="connisteX922" fmla="*/ 3843655 w 13020040"/>
              <a:gd name="connsiteY922" fmla="*/ 7242175 h 8684260"/>
              <a:gd name="connisteX923" fmla="*/ 3778250 w 13020040"/>
              <a:gd name="connsiteY923" fmla="*/ 7274560 h 8684260"/>
              <a:gd name="connisteX924" fmla="*/ 3712210 w 13020040"/>
              <a:gd name="connsiteY924" fmla="*/ 7296785 h 8684260"/>
              <a:gd name="connisteX925" fmla="*/ 3646805 w 13020040"/>
              <a:gd name="connsiteY925" fmla="*/ 7329170 h 8684260"/>
              <a:gd name="connisteX926" fmla="*/ 3570605 w 13020040"/>
              <a:gd name="connsiteY926" fmla="*/ 7372985 h 8684260"/>
              <a:gd name="connisteX927" fmla="*/ 3504565 w 13020040"/>
              <a:gd name="connsiteY927" fmla="*/ 7395210 h 8684260"/>
              <a:gd name="connisteX928" fmla="*/ 3439160 w 13020040"/>
              <a:gd name="connsiteY928" fmla="*/ 7449820 h 8684260"/>
              <a:gd name="connisteX929" fmla="*/ 3362960 w 13020040"/>
              <a:gd name="connsiteY929" fmla="*/ 7471410 h 8684260"/>
              <a:gd name="connisteX930" fmla="*/ 3352165 w 13020040"/>
              <a:gd name="connsiteY930" fmla="*/ 7536815 h 8684260"/>
              <a:gd name="connisteX931" fmla="*/ 3384550 w 13020040"/>
              <a:gd name="connsiteY931" fmla="*/ 7602855 h 8684260"/>
              <a:gd name="connisteX932" fmla="*/ 3428365 w 13020040"/>
              <a:gd name="connsiteY932" fmla="*/ 7668260 h 8684260"/>
              <a:gd name="connisteX933" fmla="*/ 3461385 w 13020040"/>
              <a:gd name="connsiteY933" fmla="*/ 7733665 h 8684260"/>
              <a:gd name="connisteX934" fmla="*/ 3493770 w 13020040"/>
              <a:gd name="connsiteY934" fmla="*/ 7799070 h 8684260"/>
              <a:gd name="connisteX935" fmla="*/ 3526790 w 13020040"/>
              <a:gd name="connsiteY935" fmla="*/ 7864475 h 8684260"/>
              <a:gd name="connisteX936" fmla="*/ 3537585 w 13020040"/>
              <a:gd name="connsiteY936" fmla="*/ 7930515 h 8684260"/>
              <a:gd name="connisteX937" fmla="*/ 3493770 w 13020040"/>
              <a:gd name="connsiteY937" fmla="*/ 8006715 h 8684260"/>
              <a:gd name="connisteX938" fmla="*/ 3428365 w 13020040"/>
              <a:gd name="connsiteY938" fmla="*/ 8072120 h 8684260"/>
              <a:gd name="connisteX939" fmla="*/ 3329940 w 13020040"/>
              <a:gd name="connsiteY939" fmla="*/ 8148955 h 8684260"/>
              <a:gd name="connisteX940" fmla="*/ 3231515 w 13020040"/>
              <a:gd name="connsiteY940" fmla="*/ 8225155 h 8684260"/>
              <a:gd name="connisteX941" fmla="*/ 3144520 w 13020040"/>
              <a:gd name="connsiteY941" fmla="*/ 8290560 h 8684260"/>
              <a:gd name="connisteX942" fmla="*/ 3078480 w 13020040"/>
              <a:gd name="connsiteY942" fmla="*/ 8301990 h 8684260"/>
              <a:gd name="connisteX943" fmla="*/ 3013075 w 13020040"/>
              <a:gd name="connsiteY943" fmla="*/ 8345170 h 8684260"/>
              <a:gd name="connisteX944" fmla="*/ 2914650 w 13020040"/>
              <a:gd name="connsiteY944" fmla="*/ 8399780 h 8684260"/>
              <a:gd name="connisteX945" fmla="*/ 2849245 w 13020040"/>
              <a:gd name="connsiteY945" fmla="*/ 8422005 h 8684260"/>
              <a:gd name="connisteX946" fmla="*/ 2750820 w 13020040"/>
              <a:gd name="connsiteY946" fmla="*/ 8476615 h 8684260"/>
              <a:gd name="connisteX947" fmla="*/ 2685415 w 13020040"/>
              <a:gd name="connsiteY947" fmla="*/ 8498205 h 8684260"/>
              <a:gd name="connisteX948" fmla="*/ 2586990 w 13020040"/>
              <a:gd name="connsiteY948" fmla="*/ 8520430 h 8684260"/>
              <a:gd name="connisteX949" fmla="*/ 2488565 w 13020040"/>
              <a:gd name="connsiteY949" fmla="*/ 8552815 h 8684260"/>
              <a:gd name="connisteX950" fmla="*/ 2401570 w 13020040"/>
              <a:gd name="connsiteY950" fmla="*/ 8575040 h 8684260"/>
              <a:gd name="connisteX951" fmla="*/ 2303145 w 13020040"/>
              <a:gd name="connsiteY951" fmla="*/ 8596630 h 8684260"/>
              <a:gd name="connisteX952" fmla="*/ 2237740 w 13020040"/>
              <a:gd name="connsiteY952" fmla="*/ 8596630 h 8684260"/>
              <a:gd name="connisteX953" fmla="*/ 2150110 w 13020040"/>
              <a:gd name="connsiteY953" fmla="*/ 8629650 h 8684260"/>
              <a:gd name="connisteX954" fmla="*/ 2084705 w 13020040"/>
              <a:gd name="connsiteY954" fmla="*/ 8629650 h 8684260"/>
              <a:gd name="connisteX955" fmla="*/ 2007870 w 13020040"/>
              <a:gd name="connsiteY955" fmla="*/ 8651240 h 8684260"/>
              <a:gd name="connisteX956" fmla="*/ 1942465 w 13020040"/>
              <a:gd name="connsiteY956" fmla="*/ 8651240 h 8684260"/>
              <a:gd name="connisteX957" fmla="*/ 1866265 w 13020040"/>
              <a:gd name="connsiteY957" fmla="*/ 8651240 h 8684260"/>
              <a:gd name="connisteX958" fmla="*/ 1767840 w 13020040"/>
              <a:gd name="connsiteY958" fmla="*/ 8662035 h 8684260"/>
              <a:gd name="connisteX959" fmla="*/ 1669415 w 13020040"/>
              <a:gd name="connsiteY959" fmla="*/ 8662035 h 8684260"/>
              <a:gd name="connisteX960" fmla="*/ 1604010 w 13020040"/>
              <a:gd name="connsiteY960" fmla="*/ 8684260 h 8684260"/>
              <a:gd name="connisteX961" fmla="*/ 1538605 w 13020040"/>
              <a:gd name="connsiteY961" fmla="*/ 8684260 h 8684260"/>
              <a:gd name="connisteX962" fmla="*/ 1472565 w 13020040"/>
              <a:gd name="connsiteY962" fmla="*/ 8684260 h 8684260"/>
              <a:gd name="connisteX963" fmla="*/ 1396365 w 13020040"/>
              <a:gd name="connsiteY963" fmla="*/ 8684260 h 8684260"/>
              <a:gd name="connisteX964" fmla="*/ 1330960 w 13020040"/>
              <a:gd name="connsiteY964" fmla="*/ 8684260 h 8684260"/>
              <a:gd name="connisteX965" fmla="*/ 1254125 w 13020040"/>
              <a:gd name="connsiteY965" fmla="*/ 8684260 h 8684260"/>
              <a:gd name="connisteX966" fmla="*/ 1188720 w 13020040"/>
              <a:gd name="connsiteY966" fmla="*/ 8673465 h 8684260"/>
              <a:gd name="connisteX967" fmla="*/ 1123315 w 13020040"/>
              <a:gd name="connsiteY967" fmla="*/ 8640445 h 8684260"/>
              <a:gd name="connisteX968" fmla="*/ 1046480 w 13020040"/>
              <a:gd name="connsiteY968" fmla="*/ 8640445 h 8684260"/>
              <a:gd name="connisteX969" fmla="*/ 970280 w 13020040"/>
              <a:gd name="connsiteY969" fmla="*/ 8607425 h 8684260"/>
              <a:gd name="connisteX970" fmla="*/ 904875 w 13020040"/>
              <a:gd name="connsiteY970" fmla="*/ 8596630 h 8684260"/>
              <a:gd name="connisteX971" fmla="*/ 840740 w 13020040"/>
              <a:gd name="connsiteY971" fmla="*/ 8575040 h 8684260"/>
              <a:gd name="connisteX972" fmla="*/ 774700 w 13020040"/>
              <a:gd name="connsiteY972" fmla="*/ 8563610 h 8684260"/>
              <a:gd name="connisteX973" fmla="*/ 709295 w 13020040"/>
              <a:gd name="connsiteY973" fmla="*/ 8542020 h 8684260"/>
              <a:gd name="connisteX974" fmla="*/ 643890 w 13020040"/>
              <a:gd name="connsiteY974" fmla="*/ 8498205 h 8684260"/>
              <a:gd name="connisteX975" fmla="*/ 579120 w 13020040"/>
              <a:gd name="connsiteY975" fmla="*/ 8454390 h 8684260"/>
              <a:gd name="connisteX976" fmla="*/ 546100 w 13020040"/>
              <a:gd name="connsiteY976" fmla="*/ 8388985 h 8684260"/>
              <a:gd name="connisteX977" fmla="*/ 513080 w 13020040"/>
              <a:gd name="connsiteY977" fmla="*/ 8323580 h 8684260"/>
              <a:gd name="connisteX978" fmla="*/ 469900 w 13020040"/>
              <a:gd name="connsiteY978" fmla="*/ 8258175 h 8684260"/>
              <a:gd name="connisteX979" fmla="*/ 447675 w 13020040"/>
              <a:gd name="connsiteY979" fmla="*/ 8192770 h 8684260"/>
              <a:gd name="connisteX980" fmla="*/ 426085 w 13020040"/>
              <a:gd name="connsiteY980" fmla="*/ 8126730 h 8684260"/>
              <a:gd name="connisteX981" fmla="*/ 426085 w 13020040"/>
              <a:gd name="connsiteY981" fmla="*/ 8061325 h 8684260"/>
              <a:gd name="connisteX982" fmla="*/ 415290 w 13020040"/>
              <a:gd name="connsiteY982" fmla="*/ 7995920 h 8684260"/>
              <a:gd name="connisteX983" fmla="*/ 415290 w 13020040"/>
              <a:gd name="connsiteY983" fmla="*/ 7930515 h 8684260"/>
              <a:gd name="connisteX984" fmla="*/ 393065 w 13020040"/>
              <a:gd name="connsiteY984" fmla="*/ 7842885 h 8684260"/>
              <a:gd name="connisteX985" fmla="*/ 393065 w 13020040"/>
              <a:gd name="connsiteY985" fmla="*/ 7744460 h 8684260"/>
              <a:gd name="connisteX986" fmla="*/ 393065 w 13020040"/>
              <a:gd name="connsiteY986" fmla="*/ 7657465 h 8684260"/>
              <a:gd name="connisteX987" fmla="*/ 393065 w 13020040"/>
              <a:gd name="connsiteY987" fmla="*/ 7569835 h 8684260"/>
              <a:gd name="connisteX988" fmla="*/ 371475 w 13020040"/>
              <a:gd name="connsiteY988" fmla="*/ 7482205 h 8684260"/>
              <a:gd name="connisteX989" fmla="*/ 371475 w 13020040"/>
              <a:gd name="connsiteY989" fmla="*/ 7416800 h 8684260"/>
              <a:gd name="connisteX990" fmla="*/ 349250 w 13020040"/>
              <a:gd name="connsiteY990" fmla="*/ 7318375 h 8684260"/>
              <a:gd name="connisteX991" fmla="*/ 349250 w 13020040"/>
              <a:gd name="connsiteY991" fmla="*/ 7219950 h 8684260"/>
              <a:gd name="connisteX992" fmla="*/ 316865 w 13020040"/>
              <a:gd name="connsiteY992" fmla="*/ 7132955 h 8684260"/>
              <a:gd name="connisteX993" fmla="*/ 316865 w 13020040"/>
              <a:gd name="connsiteY993" fmla="*/ 7066915 h 8684260"/>
              <a:gd name="connisteX994" fmla="*/ 294640 w 13020040"/>
              <a:gd name="connsiteY994" fmla="*/ 6969125 h 8684260"/>
              <a:gd name="connisteX995" fmla="*/ 294640 w 13020040"/>
              <a:gd name="connsiteY995" fmla="*/ 6881495 h 8684260"/>
              <a:gd name="connisteX996" fmla="*/ 273050 w 13020040"/>
              <a:gd name="connsiteY996" fmla="*/ 6783070 h 8684260"/>
              <a:gd name="connisteX997" fmla="*/ 273050 w 13020040"/>
              <a:gd name="connsiteY997" fmla="*/ 6696075 h 8684260"/>
              <a:gd name="connisteX998" fmla="*/ 273050 w 13020040"/>
              <a:gd name="connsiteY998" fmla="*/ 6597650 h 8684260"/>
              <a:gd name="connisteX999" fmla="*/ 240030 w 13020040"/>
              <a:gd name="connsiteY999" fmla="*/ 6510020 h 8684260"/>
              <a:gd name="connisteX1000" fmla="*/ 240030 w 13020040"/>
              <a:gd name="connsiteY1000" fmla="*/ 6411595 h 8684260"/>
              <a:gd name="connisteX1001" fmla="*/ 218440 w 13020040"/>
              <a:gd name="connsiteY1001" fmla="*/ 6313170 h 8684260"/>
              <a:gd name="connisteX1002" fmla="*/ 218440 w 13020040"/>
              <a:gd name="connsiteY1002" fmla="*/ 6226175 h 8684260"/>
              <a:gd name="connisteX1003" fmla="*/ 207645 w 13020040"/>
              <a:gd name="connsiteY1003" fmla="*/ 6160770 h 8684260"/>
              <a:gd name="connisteX1004" fmla="*/ 207645 w 13020040"/>
              <a:gd name="connsiteY1004" fmla="*/ 6094730 h 8684260"/>
              <a:gd name="connisteX1005" fmla="*/ 207645 w 13020040"/>
              <a:gd name="connsiteY1005" fmla="*/ 6029325 h 8684260"/>
              <a:gd name="connisteX1006" fmla="*/ 174625 w 13020040"/>
              <a:gd name="connsiteY1006" fmla="*/ 5941695 h 8684260"/>
              <a:gd name="connisteX1007" fmla="*/ 174625 w 13020040"/>
              <a:gd name="connsiteY1007" fmla="*/ 5843905 h 8684260"/>
              <a:gd name="connisteX1008" fmla="*/ 153035 w 13020040"/>
              <a:gd name="connsiteY1008" fmla="*/ 5756275 h 8684260"/>
              <a:gd name="connisteX1009" fmla="*/ 153035 w 13020040"/>
              <a:gd name="connsiteY1009" fmla="*/ 5657850 h 8684260"/>
              <a:gd name="connisteX1010" fmla="*/ 130810 w 13020040"/>
              <a:gd name="connsiteY1010" fmla="*/ 5559425 h 8684260"/>
              <a:gd name="connisteX1011" fmla="*/ 130810 w 13020040"/>
              <a:gd name="connsiteY1011" fmla="*/ 5494020 h 8684260"/>
              <a:gd name="connisteX1012" fmla="*/ 109220 w 13020040"/>
              <a:gd name="connsiteY1012" fmla="*/ 5395595 h 8684260"/>
              <a:gd name="connisteX1013" fmla="*/ 109220 w 13020040"/>
              <a:gd name="connsiteY1013" fmla="*/ 5308600 h 8684260"/>
              <a:gd name="connisteX1014" fmla="*/ 109220 w 13020040"/>
              <a:gd name="connsiteY1014" fmla="*/ 5210175 h 8684260"/>
              <a:gd name="connisteX1015" fmla="*/ 76200 w 13020040"/>
              <a:gd name="connsiteY1015" fmla="*/ 5067935 h 8684260"/>
              <a:gd name="connisteX1016" fmla="*/ 76200 w 13020040"/>
              <a:gd name="connsiteY1016" fmla="*/ 4980305 h 8684260"/>
              <a:gd name="connisteX1017" fmla="*/ 76200 w 13020040"/>
              <a:gd name="connsiteY1017" fmla="*/ 4882515 h 8684260"/>
              <a:gd name="connisteX1018" fmla="*/ 54610 w 13020040"/>
              <a:gd name="connsiteY1018" fmla="*/ 4784090 h 8684260"/>
              <a:gd name="connisteX1019" fmla="*/ 54610 w 13020040"/>
              <a:gd name="connsiteY1019" fmla="*/ 4696460 h 8684260"/>
              <a:gd name="connisteX1020" fmla="*/ 54610 w 13020040"/>
              <a:gd name="connsiteY1020" fmla="*/ 4554855 h 8684260"/>
              <a:gd name="connisteX1021" fmla="*/ 21590 w 13020040"/>
              <a:gd name="connsiteY1021" fmla="*/ 4456430 h 8684260"/>
              <a:gd name="connisteX1022" fmla="*/ 21590 w 13020040"/>
              <a:gd name="connsiteY1022" fmla="*/ 4368800 h 8684260"/>
              <a:gd name="connisteX1023" fmla="*/ 21590 w 13020040"/>
              <a:gd name="connsiteY1023" fmla="*/ 4281170 h 8684260"/>
              <a:gd name="connisteX1024" fmla="*/ 21590 w 13020040"/>
              <a:gd name="connsiteY1024" fmla="*/ 4183380 h 8684260"/>
              <a:gd name="connisteX1025" fmla="*/ 21590 w 13020040"/>
              <a:gd name="connsiteY1025" fmla="*/ 4117340 h 8684260"/>
              <a:gd name="connisteX1026" fmla="*/ 0 w 13020040"/>
              <a:gd name="connsiteY1026" fmla="*/ 4051935 h 8684260"/>
              <a:gd name="connisteX1027" fmla="*/ 0 w 13020040"/>
              <a:gd name="connsiteY1027" fmla="*/ 3986530 h 8684260"/>
              <a:gd name="connisteX1028" fmla="*/ 0 w 13020040"/>
              <a:gd name="connsiteY1028" fmla="*/ 3921125 h 8684260"/>
              <a:gd name="connisteX1029" fmla="*/ 0 w 13020040"/>
              <a:gd name="connsiteY1029" fmla="*/ 3844290 h 8684260"/>
              <a:gd name="connisteX1030" fmla="*/ 0 w 13020040"/>
              <a:gd name="connsiteY1030" fmla="*/ 3768090 h 8684260"/>
              <a:gd name="connisteX1031" fmla="*/ 0 w 13020040"/>
              <a:gd name="connsiteY1031" fmla="*/ 3702685 h 8684260"/>
              <a:gd name="connisteX1032" fmla="*/ 0 w 13020040"/>
              <a:gd name="connsiteY1032" fmla="*/ 3625850 h 8684260"/>
              <a:gd name="connisteX1033" fmla="*/ 0 w 13020040"/>
              <a:gd name="connsiteY1033" fmla="*/ 3560445 h 8684260"/>
              <a:gd name="connisteX1034" fmla="*/ 0 w 13020040"/>
              <a:gd name="connsiteY1034" fmla="*/ 3483610 h 8684260"/>
              <a:gd name="connisteX1035" fmla="*/ 0 w 13020040"/>
              <a:gd name="connsiteY1035" fmla="*/ 3407410 h 8684260"/>
              <a:gd name="connisteX1036" fmla="*/ 0 w 13020040"/>
              <a:gd name="connsiteY1036" fmla="*/ 3342005 h 8684260"/>
              <a:gd name="connisteX1037" fmla="*/ 0 w 13020040"/>
              <a:gd name="connsiteY1037" fmla="*/ 3265170 h 8684260"/>
              <a:gd name="connisteX1038" fmla="*/ 0 w 13020040"/>
              <a:gd name="connsiteY1038" fmla="*/ 3199765 h 8684260"/>
              <a:gd name="connisteX1039" fmla="*/ 0 w 13020040"/>
              <a:gd name="connsiteY1039" fmla="*/ 3123565 h 8684260"/>
              <a:gd name="connisteX1040" fmla="*/ 0 w 13020040"/>
              <a:gd name="connsiteY1040" fmla="*/ 3046730 h 8684260"/>
              <a:gd name="connisteX1041" fmla="*/ 0 w 13020040"/>
              <a:gd name="connsiteY1041" fmla="*/ 2981325 h 8684260"/>
              <a:gd name="connisteX1042" fmla="*/ 0 w 13020040"/>
              <a:gd name="connsiteY1042" fmla="*/ 2882900 h 8684260"/>
              <a:gd name="connisteX1043" fmla="*/ 21590 w 13020040"/>
              <a:gd name="connsiteY1043" fmla="*/ 2784475 h 8684260"/>
              <a:gd name="connisteX1044" fmla="*/ 21590 w 13020040"/>
              <a:gd name="connsiteY1044" fmla="*/ 2697480 h 8684260"/>
              <a:gd name="connisteX1045" fmla="*/ 21590 w 13020040"/>
              <a:gd name="connsiteY1045" fmla="*/ 2555240 h 8684260"/>
              <a:gd name="connisteX1046" fmla="*/ 21590 w 13020040"/>
              <a:gd name="connsiteY1046" fmla="*/ 2467610 h 8684260"/>
              <a:gd name="connisteX1047" fmla="*/ 21590 w 13020040"/>
              <a:gd name="connsiteY1047" fmla="*/ 2369820 h 8684260"/>
              <a:gd name="connisteX1048" fmla="*/ 54610 w 13020040"/>
              <a:gd name="connsiteY1048" fmla="*/ 2282190 h 8684260"/>
              <a:gd name="connisteX1049" fmla="*/ 54610 w 13020040"/>
              <a:gd name="connsiteY1049" fmla="*/ 2183765 h 8684260"/>
              <a:gd name="connisteX1050" fmla="*/ 54610 w 13020040"/>
              <a:gd name="connsiteY1050" fmla="*/ 2096770 h 8684260"/>
              <a:gd name="connisteX1051" fmla="*/ 76200 w 13020040"/>
              <a:gd name="connsiteY1051" fmla="*/ 1998345 h 8684260"/>
              <a:gd name="connisteX1052" fmla="*/ 76200 w 13020040"/>
              <a:gd name="connsiteY1052" fmla="*/ 1899920 h 8684260"/>
              <a:gd name="connisteX1053" fmla="*/ 98425 w 13020040"/>
              <a:gd name="connsiteY1053" fmla="*/ 1812290 h 8684260"/>
              <a:gd name="connisteX1054" fmla="*/ 98425 w 13020040"/>
              <a:gd name="connsiteY1054" fmla="*/ 1713865 h 8684260"/>
              <a:gd name="connisteX1055" fmla="*/ 130810 w 13020040"/>
              <a:gd name="connsiteY1055" fmla="*/ 1616075 h 8684260"/>
              <a:gd name="connisteX1056" fmla="*/ 153035 w 13020040"/>
              <a:gd name="connsiteY1056" fmla="*/ 1528445 h 8684260"/>
              <a:gd name="connisteX1057" fmla="*/ 174625 w 13020040"/>
              <a:gd name="connsiteY1057" fmla="*/ 1430020 h 8684260"/>
              <a:gd name="connisteX1058" fmla="*/ 196850 w 13020040"/>
              <a:gd name="connsiteY1058" fmla="*/ 1331595 h 8684260"/>
              <a:gd name="connisteX1059" fmla="*/ 229235 w 13020040"/>
              <a:gd name="connsiteY1059" fmla="*/ 1233170 h 8684260"/>
              <a:gd name="connisteX1060" fmla="*/ 251460 w 13020040"/>
              <a:gd name="connsiteY1060" fmla="*/ 1135380 h 8684260"/>
              <a:gd name="connisteX1061" fmla="*/ 273050 w 13020040"/>
              <a:gd name="connsiteY1061" fmla="*/ 1047750 h 8684260"/>
              <a:gd name="connisteX1062" fmla="*/ 306070 w 13020040"/>
              <a:gd name="connsiteY1062" fmla="*/ 950595 h 8684260"/>
              <a:gd name="connisteX1063" fmla="*/ 327660 w 13020040"/>
              <a:gd name="connsiteY1063" fmla="*/ 852170 h 8684260"/>
              <a:gd name="connisteX1064" fmla="*/ 349250 w 13020040"/>
              <a:gd name="connsiteY1064" fmla="*/ 753745 h 8684260"/>
              <a:gd name="connisteX1065" fmla="*/ 403860 w 13020040"/>
              <a:gd name="connsiteY1065" fmla="*/ 644525 h 8684260"/>
              <a:gd name="connisteX1066" fmla="*/ 426085 w 13020040"/>
              <a:gd name="connsiteY1066" fmla="*/ 546735 h 8684260"/>
              <a:gd name="connisteX1067" fmla="*/ 469900 w 13020040"/>
              <a:gd name="connsiteY1067" fmla="*/ 480695 h 8684260"/>
              <a:gd name="connisteX1068" fmla="*/ 513080 w 13020040"/>
              <a:gd name="connsiteY1068" fmla="*/ 415290 h 8684260"/>
              <a:gd name="connisteX1069" fmla="*/ 556895 w 13020040"/>
              <a:gd name="connsiteY1069" fmla="*/ 349885 h 8684260"/>
              <a:gd name="connisteX1070" fmla="*/ 600710 w 13020040"/>
              <a:gd name="connsiteY1070" fmla="*/ 273050 h 8684260"/>
              <a:gd name="connisteX1071" fmla="*/ 654685 w 13020040"/>
              <a:gd name="connsiteY1071" fmla="*/ 196850 h 8684260"/>
              <a:gd name="connisteX1072" fmla="*/ 720090 w 13020040"/>
              <a:gd name="connsiteY1072" fmla="*/ 142240 h 8684260"/>
              <a:gd name="connisteX1073" fmla="*/ 786130 w 13020040"/>
              <a:gd name="connsiteY1073" fmla="*/ 98425 h 8684260"/>
              <a:gd name="connisteX1074" fmla="*/ 851535 w 13020040"/>
              <a:gd name="connsiteY1074" fmla="*/ 43815 h 8684260"/>
              <a:gd name="connisteX1075" fmla="*/ 915670 w 13020040"/>
              <a:gd name="connsiteY1075" fmla="*/ 22225 h 8684260"/>
              <a:gd name="connisteX1076" fmla="*/ 981075 w 13020040"/>
              <a:gd name="connsiteY1076" fmla="*/ 0 h 8684260"/>
              <a:gd name="connisteX1077" fmla="*/ 1046480 w 13020040"/>
              <a:gd name="connsiteY1077" fmla="*/ 0 h 8684260"/>
              <a:gd name="connisteX1078" fmla="*/ 1112520 w 13020040"/>
              <a:gd name="connsiteY1078" fmla="*/ 43815 h 8684260"/>
              <a:gd name="connisteX1079" fmla="*/ 1177925 w 13020040"/>
              <a:gd name="connsiteY1079" fmla="*/ 98425 h 8684260"/>
              <a:gd name="connisteX1080" fmla="*/ 1210945 w 13020040"/>
              <a:gd name="connsiteY1080" fmla="*/ 163830 h 8684260"/>
              <a:gd name="connisteX1081" fmla="*/ 1254125 w 13020040"/>
              <a:gd name="connsiteY1081" fmla="*/ 229870 h 8684260"/>
              <a:gd name="connisteX1082" fmla="*/ 1265555 w 13020040"/>
              <a:gd name="connsiteY1082" fmla="*/ 295275 h 8684260"/>
              <a:gd name="connisteX1083" fmla="*/ 1276350 w 13020040"/>
              <a:gd name="connsiteY1083" fmla="*/ 360680 h 8684260"/>
              <a:gd name="connisteX1084" fmla="*/ 1276350 w 13020040"/>
              <a:gd name="connsiteY1084" fmla="*/ 426085 h 8684260"/>
              <a:gd name="connisteX1085" fmla="*/ 1287145 w 13020040"/>
              <a:gd name="connsiteY1085" fmla="*/ 492125 h 8684260"/>
              <a:gd name="connisteX1086" fmla="*/ 1287145 w 13020040"/>
              <a:gd name="connsiteY1086" fmla="*/ 557530 h 8684260"/>
              <a:gd name="connisteX1087" fmla="*/ 1297940 w 13020040"/>
              <a:gd name="connsiteY1087" fmla="*/ 622935 h 8684260"/>
              <a:gd name="connisteX1088" fmla="*/ 1265555 w 13020040"/>
              <a:gd name="connsiteY1088" fmla="*/ 688340 h 8684260"/>
              <a:gd name="connisteX1089" fmla="*/ 1243330 w 13020040"/>
              <a:gd name="connsiteY1089" fmla="*/ 753745 h 8684260"/>
              <a:gd name="connisteX1090" fmla="*/ 1232535 w 13020040"/>
              <a:gd name="connsiteY1090" fmla="*/ 819785 h 8684260"/>
              <a:gd name="connisteX1091" fmla="*/ 1210945 w 13020040"/>
              <a:gd name="connsiteY1091" fmla="*/ 885190 h 8684260"/>
              <a:gd name="connisteX1092" fmla="*/ 1199515 w 13020040"/>
              <a:gd name="connsiteY1092" fmla="*/ 950595 h 8684260"/>
              <a:gd name="connisteX1093" fmla="*/ 1177925 w 13020040"/>
              <a:gd name="connsiteY1093" fmla="*/ 1014730 h 8684260"/>
              <a:gd name="connisteX1094" fmla="*/ 1188720 w 13020040"/>
              <a:gd name="connsiteY1094" fmla="*/ 1026160 h 86842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  <a:cxn ang="0">
                <a:pos x="connisteX70" y="connsiteY70"/>
              </a:cxn>
              <a:cxn ang="0">
                <a:pos x="connisteX71" y="connsiteY71"/>
              </a:cxn>
              <a:cxn ang="0">
                <a:pos x="connisteX72" y="connsiteY72"/>
              </a:cxn>
              <a:cxn ang="0">
                <a:pos x="connisteX73" y="connsiteY73"/>
              </a:cxn>
              <a:cxn ang="0">
                <a:pos x="connisteX74" y="connsiteY74"/>
              </a:cxn>
              <a:cxn ang="0">
                <a:pos x="connisteX75" y="connsiteY75"/>
              </a:cxn>
              <a:cxn ang="0">
                <a:pos x="connisteX76" y="connsiteY76"/>
              </a:cxn>
              <a:cxn ang="0">
                <a:pos x="connisteX77" y="connsiteY77"/>
              </a:cxn>
              <a:cxn ang="0">
                <a:pos x="connisteX78" y="connsiteY78"/>
              </a:cxn>
              <a:cxn ang="0">
                <a:pos x="connisteX79" y="connsiteY79"/>
              </a:cxn>
              <a:cxn ang="0">
                <a:pos x="connisteX80" y="connsiteY80"/>
              </a:cxn>
              <a:cxn ang="0">
                <a:pos x="connisteX81" y="connsiteY81"/>
              </a:cxn>
              <a:cxn ang="0">
                <a:pos x="connisteX82" y="connsiteY82"/>
              </a:cxn>
              <a:cxn ang="0">
                <a:pos x="connisteX83" y="connsiteY83"/>
              </a:cxn>
              <a:cxn ang="0">
                <a:pos x="connisteX84" y="connsiteY84"/>
              </a:cxn>
              <a:cxn ang="0">
                <a:pos x="connisteX85" y="connsiteY85"/>
              </a:cxn>
              <a:cxn ang="0">
                <a:pos x="connisteX86" y="connsiteY86"/>
              </a:cxn>
              <a:cxn ang="0">
                <a:pos x="connisteX87" y="connsiteY87"/>
              </a:cxn>
              <a:cxn ang="0">
                <a:pos x="connisteX88" y="connsiteY88"/>
              </a:cxn>
              <a:cxn ang="0">
                <a:pos x="connisteX89" y="connsiteY89"/>
              </a:cxn>
              <a:cxn ang="0">
                <a:pos x="connisteX90" y="connsiteY90"/>
              </a:cxn>
              <a:cxn ang="0">
                <a:pos x="connisteX91" y="connsiteY91"/>
              </a:cxn>
              <a:cxn ang="0">
                <a:pos x="connisteX92" y="connsiteY92"/>
              </a:cxn>
              <a:cxn ang="0">
                <a:pos x="connisteX93" y="connsiteY93"/>
              </a:cxn>
              <a:cxn ang="0">
                <a:pos x="connisteX94" y="connsiteY94"/>
              </a:cxn>
              <a:cxn ang="0">
                <a:pos x="connisteX95" y="connsiteY95"/>
              </a:cxn>
              <a:cxn ang="0">
                <a:pos x="connisteX96" y="connsiteY96"/>
              </a:cxn>
              <a:cxn ang="0">
                <a:pos x="connisteX97" y="connsiteY97"/>
              </a:cxn>
              <a:cxn ang="0">
                <a:pos x="connisteX98" y="connsiteY98"/>
              </a:cxn>
              <a:cxn ang="0">
                <a:pos x="connisteX99" y="connsiteY99"/>
              </a:cxn>
              <a:cxn ang="0">
                <a:pos x="connisteX100" y="connsiteY100"/>
              </a:cxn>
              <a:cxn ang="0">
                <a:pos x="connisteX101" y="connsiteY101"/>
              </a:cxn>
              <a:cxn ang="0">
                <a:pos x="connisteX102" y="connsiteY102"/>
              </a:cxn>
              <a:cxn ang="0">
                <a:pos x="connisteX103" y="connsiteY103"/>
              </a:cxn>
              <a:cxn ang="0">
                <a:pos x="connisteX104" y="connsiteY104"/>
              </a:cxn>
              <a:cxn ang="0">
                <a:pos x="connisteX105" y="connsiteY105"/>
              </a:cxn>
              <a:cxn ang="0">
                <a:pos x="connisteX106" y="connsiteY106"/>
              </a:cxn>
              <a:cxn ang="0">
                <a:pos x="connisteX107" y="connsiteY107"/>
              </a:cxn>
              <a:cxn ang="0">
                <a:pos x="connisteX108" y="connsiteY108"/>
              </a:cxn>
              <a:cxn ang="0">
                <a:pos x="connisteX109" y="connsiteY109"/>
              </a:cxn>
              <a:cxn ang="0">
                <a:pos x="connisteX110" y="connsiteY110"/>
              </a:cxn>
              <a:cxn ang="0">
                <a:pos x="connisteX111" y="connsiteY111"/>
              </a:cxn>
              <a:cxn ang="0">
                <a:pos x="connisteX112" y="connsiteY112"/>
              </a:cxn>
              <a:cxn ang="0">
                <a:pos x="connisteX113" y="connsiteY113"/>
              </a:cxn>
              <a:cxn ang="0">
                <a:pos x="connisteX114" y="connsiteY114"/>
              </a:cxn>
              <a:cxn ang="0">
                <a:pos x="connisteX115" y="connsiteY115"/>
              </a:cxn>
              <a:cxn ang="0">
                <a:pos x="connisteX116" y="connsiteY116"/>
              </a:cxn>
              <a:cxn ang="0">
                <a:pos x="connisteX117" y="connsiteY117"/>
              </a:cxn>
              <a:cxn ang="0">
                <a:pos x="connisteX118" y="connsiteY118"/>
              </a:cxn>
              <a:cxn ang="0">
                <a:pos x="connisteX119" y="connsiteY119"/>
              </a:cxn>
              <a:cxn ang="0">
                <a:pos x="connisteX120" y="connsiteY120"/>
              </a:cxn>
              <a:cxn ang="0">
                <a:pos x="connisteX121" y="connsiteY121"/>
              </a:cxn>
              <a:cxn ang="0">
                <a:pos x="connisteX122" y="connsiteY122"/>
              </a:cxn>
              <a:cxn ang="0">
                <a:pos x="connisteX123" y="connsiteY123"/>
              </a:cxn>
              <a:cxn ang="0">
                <a:pos x="connisteX124" y="connsiteY124"/>
              </a:cxn>
              <a:cxn ang="0">
                <a:pos x="connisteX125" y="connsiteY125"/>
              </a:cxn>
              <a:cxn ang="0">
                <a:pos x="connisteX126" y="connsiteY126"/>
              </a:cxn>
              <a:cxn ang="0">
                <a:pos x="connisteX127" y="connsiteY127"/>
              </a:cxn>
              <a:cxn ang="0">
                <a:pos x="connisteX128" y="connsiteY128"/>
              </a:cxn>
              <a:cxn ang="0">
                <a:pos x="connisteX129" y="connsiteY129"/>
              </a:cxn>
              <a:cxn ang="0">
                <a:pos x="connisteX130" y="connsiteY130"/>
              </a:cxn>
              <a:cxn ang="0">
                <a:pos x="connisteX131" y="connsiteY131"/>
              </a:cxn>
              <a:cxn ang="0">
                <a:pos x="connisteX132" y="connsiteY132"/>
              </a:cxn>
              <a:cxn ang="0">
                <a:pos x="connisteX133" y="connsiteY133"/>
              </a:cxn>
              <a:cxn ang="0">
                <a:pos x="connisteX134" y="connsiteY134"/>
              </a:cxn>
              <a:cxn ang="0">
                <a:pos x="connisteX135" y="connsiteY135"/>
              </a:cxn>
              <a:cxn ang="0">
                <a:pos x="connisteX136" y="connsiteY136"/>
              </a:cxn>
              <a:cxn ang="0">
                <a:pos x="connisteX137" y="connsiteY137"/>
              </a:cxn>
              <a:cxn ang="0">
                <a:pos x="connisteX138" y="connsiteY138"/>
              </a:cxn>
              <a:cxn ang="0">
                <a:pos x="connisteX139" y="connsiteY139"/>
              </a:cxn>
              <a:cxn ang="0">
                <a:pos x="connisteX140" y="connsiteY140"/>
              </a:cxn>
              <a:cxn ang="0">
                <a:pos x="connisteX141" y="connsiteY141"/>
              </a:cxn>
              <a:cxn ang="0">
                <a:pos x="connisteX142" y="connsiteY142"/>
              </a:cxn>
              <a:cxn ang="0">
                <a:pos x="connisteX143" y="connsiteY143"/>
              </a:cxn>
              <a:cxn ang="0">
                <a:pos x="connisteX144" y="connsiteY144"/>
              </a:cxn>
              <a:cxn ang="0">
                <a:pos x="connisteX145" y="connsiteY145"/>
              </a:cxn>
              <a:cxn ang="0">
                <a:pos x="connisteX146" y="connsiteY146"/>
              </a:cxn>
              <a:cxn ang="0">
                <a:pos x="connisteX147" y="connsiteY147"/>
              </a:cxn>
              <a:cxn ang="0">
                <a:pos x="connisteX148" y="connsiteY148"/>
              </a:cxn>
              <a:cxn ang="0">
                <a:pos x="connisteX149" y="connsiteY149"/>
              </a:cxn>
              <a:cxn ang="0">
                <a:pos x="connisteX150" y="connsiteY150"/>
              </a:cxn>
              <a:cxn ang="0">
                <a:pos x="connisteX151" y="connsiteY151"/>
              </a:cxn>
              <a:cxn ang="0">
                <a:pos x="connisteX152" y="connsiteY152"/>
              </a:cxn>
              <a:cxn ang="0">
                <a:pos x="connisteX153" y="connsiteY153"/>
              </a:cxn>
              <a:cxn ang="0">
                <a:pos x="connisteX154" y="connsiteY154"/>
              </a:cxn>
              <a:cxn ang="0">
                <a:pos x="connisteX155" y="connsiteY155"/>
              </a:cxn>
              <a:cxn ang="0">
                <a:pos x="connisteX156" y="connsiteY156"/>
              </a:cxn>
              <a:cxn ang="0">
                <a:pos x="connisteX157" y="connsiteY157"/>
              </a:cxn>
              <a:cxn ang="0">
                <a:pos x="connisteX158" y="connsiteY158"/>
              </a:cxn>
              <a:cxn ang="0">
                <a:pos x="connisteX159" y="connsiteY159"/>
              </a:cxn>
              <a:cxn ang="0">
                <a:pos x="connisteX160" y="connsiteY160"/>
              </a:cxn>
              <a:cxn ang="0">
                <a:pos x="connisteX161" y="connsiteY161"/>
              </a:cxn>
              <a:cxn ang="0">
                <a:pos x="connisteX162" y="connsiteY162"/>
              </a:cxn>
              <a:cxn ang="0">
                <a:pos x="connisteX163" y="connsiteY163"/>
              </a:cxn>
              <a:cxn ang="0">
                <a:pos x="connisteX164" y="connsiteY164"/>
              </a:cxn>
              <a:cxn ang="0">
                <a:pos x="connisteX165" y="connsiteY165"/>
              </a:cxn>
              <a:cxn ang="0">
                <a:pos x="connisteX166" y="connsiteY166"/>
              </a:cxn>
              <a:cxn ang="0">
                <a:pos x="connisteX167" y="connsiteY167"/>
              </a:cxn>
              <a:cxn ang="0">
                <a:pos x="connisteX168" y="connsiteY168"/>
              </a:cxn>
              <a:cxn ang="0">
                <a:pos x="connisteX169" y="connsiteY169"/>
              </a:cxn>
              <a:cxn ang="0">
                <a:pos x="connisteX170" y="connsiteY170"/>
              </a:cxn>
              <a:cxn ang="0">
                <a:pos x="connisteX171" y="connsiteY171"/>
              </a:cxn>
              <a:cxn ang="0">
                <a:pos x="connisteX172" y="connsiteY172"/>
              </a:cxn>
              <a:cxn ang="0">
                <a:pos x="connisteX173" y="connsiteY173"/>
              </a:cxn>
              <a:cxn ang="0">
                <a:pos x="connisteX174" y="connsiteY174"/>
              </a:cxn>
              <a:cxn ang="0">
                <a:pos x="connisteX175" y="connsiteY175"/>
              </a:cxn>
              <a:cxn ang="0">
                <a:pos x="connisteX176" y="connsiteY176"/>
              </a:cxn>
              <a:cxn ang="0">
                <a:pos x="connisteX177" y="connsiteY177"/>
              </a:cxn>
              <a:cxn ang="0">
                <a:pos x="connisteX178" y="connsiteY178"/>
              </a:cxn>
              <a:cxn ang="0">
                <a:pos x="connisteX179" y="connsiteY179"/>
              </a:cxn>
              <a:cxn ang="0">
                <a:pos x="connisteX180" y="connsiteY180"/>
              </a:cxn>
              <a:cxn ang="0">
                <a:pos x="connisteX181" y="connsiteY181"/>
              </a:cxn>
              <a:cxn ang="0">
                <a:pos x="connisteX182" y="connsiteY182"/>
              </a:cxn>
              <a:cxn ang="0">
                <a:pos x="connisteX183" y="connsiteY183"/>
              </a:cxn>
              <a:cxn ang="0">
                <a:pos x="connisteX184" y="connsiteY184"/>
              </a:cxn>
              <a:cxn ang="0">
                <a:pos x="connisteX185" y="connsiteY185"/>
              </a:cxn>
              <a:cxn ang="0">
                <a:pos x="connisteX186" y="connsiteY186"/>
              </a:cxn>
              <a:cxn ang="0">
                <a:pos x="connisteX187" y="connsiteY187"/>
              </a:cxn>
              <a:cxn ang="0">
                <a:pos x="connisteX188" y="connsiteY188"/>
              </a:cxn>
              <a:cxn ang="0">
                <a:pos x="connisteX189" y="connsiteY189"/>
              </a:cxn>
              <a:cxn ang="0">
                <a:pos x="connisteX190" y="connsiteY190"/>
              </a:cxn>
              <a:cxn ang="0">
                <a:pos x="connisteX191" y="connsiteY191"/>
              </a:cxn>
              <a:cxn ang="0">
                <a:pos x="connisteX192" y="connsiteY192"/>
              </a:cxn>
              <a:cxn ang="0">
                <a:pos x="connisteX193" y="connsiteY193"/>
              </a:cxn>
              <a:cxn ang="0">
                <a:pos x="connisteX194" y="connsiteY194"/>
              </a:cxn>
              <a:cxn ang="0">
                <a:pos x="connisteX195" y="connsiteY195"/>
              </a:cxn>
              <a:cxn ang="0">
                <a:pos x="connisteX196" y="connsiteY196"/>
              </a:cxn>
              <a:cxn ang="0">
                <a:pos x="connisteX197" y="connsiteY197"/>
              </a:cxn>
              <a:cxn ang="0">
                <a:pos x="connisteX198" y="connsiteY198"/>
              </a:cxn>
              <a:cxn ang="0">
                <a:pos x="connisteX199" y="connsiteY199"/>
              </a:cxn>
              <a:cxn ang="0">
                <a:pos x="connisteX200" y="connsiteY200"/>
              </a:cxn>
              <a:cxn ang="0">
                <a:pos x="connisteX201" y="connsiteY201"/>
              </a:cxn>
              <a:cxn ang="0">
                <a:pos x="connisteX202" y="connsiteY202"/>
              </a:cxn>
              <a:cxn ang="0">
                <a:pos x="connisteX203" y="connsiteY203"/>
              </a:cxn>
              <a:cxn ang="0">
                <a:pos x="connisteX204" y="connsiteY204"/>
              </a:cxn>
              <a:cxn ang="0">
                <a:pos x="connisteX205" y="connsiteY205"/>
              </a:cxn>
              <a:cxn ang="0">
                <a:pos x="connisteX206" y="connsiteY206"/>
              </a:cxn>
              <a:cxn ang="0">
                <a:pos x="connisteX207" y="connsiteY207"/>
              </a:cxn>
              <a:cxn ang="0">
                <a:pos x="connisteX208" y="connsiteY208"/>
              </a:cxn>
              <a:cxn ang="0">
                <a:pos x="connisteX209" y="connsiteY209"/>
              </a:cxn>
              <a:cxn ang="0">
                <a:pos x="connisteX210" y="connsiteY210"/>
              </a:cxn>
              <a:cxn ang="0">
                <a:pos x="connisteX211" y="connsiteY211"/>
              </a:cxn>
              <a:cxn ang="0">
                <a:pos x="connisteX212" y="connsiteY212"/>
              </a:cxn>
              <a:cxn ang="0">
                <a:pos x="connisteX213" y="connsiteY213"/>
              </a:cxn>
              <a:cxn ang="0">
                <a:pos x="connisteX214" y="connsiteY214"/>
              </a:cxn>
              <a:cxn ang="0">
                <a:pos x="connisteX215" y="connsiteY215"/>
              </a:cxn>
              <a:cxn ang="0">
                <a:pos x="connisteX216" y="connsiteY216"/>
              </a:cxn>
              <a:cxn ang="0">
                <a:pos x="connisteX217" y="connsiteY217"/>
              </a:cxn>
              <a:cxn ang="0">
                <a:pos x="connisteX218" y="connsiteY218"/>
              </a:cxn>
              <a:cxn ang="0">
                <a:pos x="connisteX219" y="connsiteY219"/>
              </a:cxn>
              <a:cxn ang="0">
                <a:pos x="connisteX220" y="connsiteY220"/>
              </a:cxn>
              <a:cxn ang="0">
                <a:pos x="connisteX221" y="connsiteY221"/>
              </a:cxn>
              <a:cxn ang="0">
                <a:pos x="connisteX222" y="connsiteY222"/>
              </a:cxn>
              <a:cxn ang="0">
                <a:pos x="connisteX223" y="connsiteY223"/>
              </a:cxn>
              <a:cxn ang="0">
                <a:pos x="connisteX224" y="connsiteY224"/>
              </a:cxn>
              <a:cxn ang="0">
                <a:pos x="connisteX225" y="connsiteY225"/>
              </a:cxn>
              <a:cxn ang="0">
                <a:pos x="connisteX226" y="connsiteY226"/>
              </a:cxn>
              <a:cxn ang="0">
                <a:pos x="connisteX227" y="connsiteY227"/>
              </a:cxn>
              <a:cxn ang="0">
                <a:pos x="connisteX228" y="connsiteY228"/>
              </a:cxn>
              <a:cxn ang="0">
                <a:pos x="connisteX229" y="connsiteY229"/>
              </a:cxn>
              <a:cxn ang="0">
                <a:pos x="connisteX230" y="connsiteY230"/>
              </a:cxn>
              <a:cxn ang="0">
                <a:pos x="connisteX231" y="connsiteY231"/>
              </a:cxn>
              <a:cxn ang="0">
                <a:pos x="connisteX232" y="connsiteY232"/>
              </a:cxn>
              <a:cxn ang="0">
                <a:pos x="connisteX233" y="connsiteY233"/>
              </a:cxn>
              <a:cxn ang="0">
                <a:pos x="connisteX234" y="connsiteY234"/>
              </a:cxn>
              <a:cxn ang="0">
                <a:pos x="connisteX235" y="connsiteY235"/>
              </a:cxn>
              <a:cxn ang="0">
                <a:pos x="connisteX236" y="connsiteY236"/>
              </a:cxn>
              <a:cxn ang="0">
                <a:pos x="connisteX237" y="connsiteY237"/>
              </a:cxn>
              <a:cxn ang="0">
                <a:pos x="connisteX238" y="connsiteY238"/>
              </a:cxn>
              <a:cxn ang="0">
                <a:pos x="connisteX239" y="connsiteY239"/>
              </a:cxn>
              <a:cxn ang="0">
                <a:pos x="connisteX240" y="connsiteY240"/>
              </a:cxn>
              <a:cxn ang="0">
                <a:pos x="connisteX241" y="connsiteY241"/>
              </a:cxn>
              <a:cxn ang="0">
                <a:pos x="connisteX242" y="connsiteY242"/>
              </a:cxn>
              <a:cxn ang="0">
                <a:pos x="connisteX243" y="connsiteY243"/>
              </a:cxn>
              <a:cxn ang="0">
                <a:pos x="connisteX244" y="connsiteY244"/>
              </a:cxn>
              <a:cxn ang="0">
                <a:pos x="connisteX245" y="connsiteY245"/>
              </a:cxn>
              <a:cxn ang="0">
                <a:pos x="connisteX246" y="connsiteY246"/>
              </a:cxn>
              <a:cxn ang="0">
                <a:pos x="connisteX247" y="connsiteY247"/>
              </a:cxn>
              <a:cxn ang="0">
                <a:pos x="connisteX248" y="connsiteY248"/>
              </a:cxn>
              <a:cxn ang="0">
                <a:pos x="connisteX249" y="connsiteY249"/>
              </a:cxn>
              <a:cxn ang="0">
                <a:pos x="connisteX250" y="connsiteY250"/>
              </a:cxn>
              <a:cxn ang="0">
                <a:pos x="connisteX251" y="connsiteY251"/>
              </a:cxn>
              <a:cxn ang="0">
                <a:pos x="connisteX252" y="connsiteY252"/>
              </a:cxn>
              <a:cxn ang="0">
                <a:pos x="connisteX253" y="connsiteY253"/>
              </a:cxn>
              <a:cxn ang="0">
                <a:pos x="connisteX254" y="connsiteY254"/>
              </a:cxn>
              <a:cxn ang="0">
                <a:pos x="connisteX255" y="connsiteY255"/>
              </a:cxn>
              <a:cxn ang="0">
                <a:pos x="connisteX256" y="connsiteY256"/>
              </a:cxn>
              <a:cxn ang="0">
                <a:pos x="connisteX257" y="connsiteY257"/>
              </a:cxn>
              <a:cxn ang="0">
                <a:pos x="connisteX258" y="connsiteY258"/>
              </a:cxn>
              <a:cxn ang="0">
                <a:pos x="connisteX259" y="connsiteY259"/>
              </a:cxn>
              <a:cxn ang="0">
                <a:pos x="connisteX260" y="connsiteY260"/>
              </a:cxn>
              <a:cxn ang="0">
                <a:pos x="connisteX261" y="connsiteY261"/>
              </a:cxn>
              <a:cxn ang="0">
                <a:pos x="connisteX262" y="connsiteY262"/>
              </a:cxn>
              <a:cxn ang="0">
                <a:pos x="connisteX263" y="connsiteY263"/>
              </a:cxn>
              <a:cxn ang="0">
                <a:pos x="connisteX264" y="connsiteY264"/>
              </a:cxn>
              <a:cxn ang="0">
                <a:pos x="connisteX265" y="connsiteY265"/>
              </a:cxn>
              <a:cxn ang="0">
                <a:pos x="connisteX266" y="connsiteY266"/>
              </a:cxn>
              <a:cxn ang="0">
                <a:pos x="connisteX267" y="connsiteY267"/>
              </a:cxn>
              <a:cxn ang="0">
                <a:pos x="connisteX268" y="connsiteY268"/>
              </a:cxn>
              <a:cxn ang="0">
                <a:pos x="connisteX269" y="connsiteY269"/>
              </a:cxn>
              <a:cxn ang="0">
                <a:pos x="connisteX270" y="connsiteY270"/>
              </a:cxn>
              <a:cxn ang="0">
                <a:pos x="connisteX271" y="connsiteY271"/>
              </a:cxn>
              <a:cxn ang="0">
                <a:pos x="connisteX272" y="connsiteY272"/>
              </a:cxn>
              <a:cxn ang="0">
                <a:pos x="connisteX273" y="connsiteY273"/>
              </a:cxn>
              <a:cxn ang="0">
                <a:pos x="connisteX274" y="connsiteY274"/>
              </a:cxn>
              <a:cxn ang="0">
                <a:pos x="connisteX275" y="connsiteY275"/>
              </a:cxn>
              <a:cxn ang="0">
                <a:pos x="connisteX276" y="connsiteY276"/>
              </a:cxn>
              <a:cxn ang="0">
                <a:pos x="connisteX277" y="connsiteY277"/>
              </a:cxn>
              <a:cxn ang="0">
                <a:pos x="connisteX278" y="connsiteY278"/>
              </a:cxn>
              <a:cxn ang="0">
                <a:pos x="connisteX279" y="connsiteY279"/>
              </a:cxn>
              <a:cxn ang="0">
                <a:pos x="connisteX280" y="connsiteY280"/>
              </a:cxn>
              <a:cxn ang="0">
                <a:pos x="connisteX281" y="connsiteY281"/>
              </a:cxn>
              <a:cxn ang="0">
                <a:pos x="connisteX282" y="connsiteY282"/>
              </a:cxn>
              <a:cxn ang="0">
                <a:pos x="connisteX283" y="connsiteY283"/>
              </a:cxn>
              <a:cxn ang="0">
                <a:pos x="connisteX284" y="connsiteY284"/>
              </a:cxn>
              <a:cxn ang="0">
                <a:pos x="connisteX285" y="connsiteY285"/>
              </a:cxn>
              <a:cxn ang="0">
                <a:pos x="connisteX286" y="connsiteY286"/>
              </a:cxn>
              <a:cxn ang="0">
                <a:pos x="connisteX287" y="connsiteY287"/>
              </a:cxn>
              <a:cxn ang="0">
                <a:pos x="connisteX288" y="connsiteY288"/>
              </a:cxn>
              <a:cxn ang="0">
                <a:pos x="connisteX289" y="connsiteY289"/>
              </a:cxn>
              <a:cxn ang="0">
                <a:pos x="connisteX290" y="connsiteY290"/>
              </a:cxn>
              <a:cxn ang="0">
                <a:pos x="connisteX291" y="connsiteY291"/>
              </a:cxn>
              <a:cxn ang="0">
                <a:pos x="connisteX292" y="connsiteY292"/>
              </a:cxn>
              <a:cxn ang="0">
                <a:pos x="connisteX293" y="connsiteY293"/>
              </a:cxn>
              <a:cxn ang="0">
                <a:pos x="connisteX294" y="connsiteY294"/>
              </a:cxn>
              <a:cxn ang="0">
                <a:pos x="connisteX295" y="connsiteY295"/>
              </a:cxn>
              <a:cxn ang="0">
                <a:pos x="connisteX296" y="connsiteY296"/>
              </a:cxn>
              <a:cxn ang="0">
                <a:pos x="connisteX297" y="connsiteY297"/>
              </a:cxn>
              <a:cxn ang="0">
                <a:pos x="connisteX298" y="connsiteY298"/>
              </a:cxn>
              <a:cxn ang="0">
                <a:pos x="connisteX299" y="connsiteY299"/>
              </a:cxn>
              <a:cxn ang="0">
                <a:pos x="connisteX300" y="connsiteY300"/>
              </a:cxn>
              <a:cxn ang="0">
                <a:pos x="connisteX301" y="connsiteY301"/>
              </a:cxn>
              <a:cxn ang="0">
                <a:pos x="connisteX302" y="connsiteY302"/>
              </a:cxn>
              <a:cxn ang="0">
                <a:pos x="connisteX303" y="connsiteY303"/>
              </a:cxn>
              <a:cxn ang="0">
                <a:pos x="connisteX304" y="connsiteY304"/>
              </a:cxn>
              <a:cxn ang="0">
                <a:pos x="connisteX305" y="connsiteY305"/>
              </a:cxn>
              <a:cxn ang="0">
                <a:pos x="connisteX306" y="connsiteY306"/>
              </a:cxn>
              <a:cxn ang="0">
                <a:pos x="connisteX307" y="connsiteY307"/>
              </a:cxn>
              <a:cxn ang="0">
                <a:pos x="connisteX308" y="connsiteY308"/>
              </a:cxn>
              <a:cxn ang="0">
                <a:pos x="connisteX309" y="connsiteY309"/>
              </a:cxn>
              <a:cxn ang="0">
                <a:pos x="connisteX310" y="connsiteY310"/>
              </a:cxn>
              <a:cxn ang="0">
                <a:pos x="connisteX311" y="connsiteY311"/>
              </a:cxn>
              <a:cxn ang="0">
                <a:pos x="connisteX312" y="connsiteY312"/>
              </a:cxn>
              <a:cxn ang="0">
                <a:pos x="connisteX313" y="connsiteY313"/>
              </a:cxn>
              <a:cxn ang="0">
                <a:pos x="connisteX314" y="connsiteY314"/>
              </a:cxn>
              <a:cxn ang="0">
                <a:pos x="connisteX315" y="connsiteY315"/>
              </a:cxn>
              <a:cxn ang="0">
                <a:pos x="connisteX316" y="connsiteY316"/>
              </a:cxn>
              <a:cxn ang="0">
                <a:pos x="connisteX317" y="connsiteY317"/>
              </a:cxn>
              <a:cxn ang="0">
                <a:pos x="connisteX318" y="connsiteY318"/>
              </a:cxn>
              <a:cxn ang="0">
                <a:pos x="connisteX319" y="connsiteY319"/>
              </a:cxn>
              <a:cxn ang="0">
                <a:pos x="connisteX320" y="connsiteY320"/>
              </a:cxn>
              <a:cxn ang="0">
                <a:pos x="connisteX321" y="connsiteY321"/>
              </a:cxn>
              <a:cxn ang="0">
                <a:pos x="connisteX322" y="connsiteY322"/>
              </a:cxn>
              <a:cxn ang="0">
                <a:pos x="connisteX323" y="connsiteY323"/>
              </a:cxn>
              <a:cxn ang="0">
                <a:pos x="connisteX324" y="connsiteY324"/>
              </a:cxn>
              <a:cxn ang="0">
                <a:pos x="connisteX325" y="connsiteY325"/>
              </a:cxn>
              <a:cxn ang="0">
                <a:pos x="connisteX326" y="connsiteY326"/>
              </a:cxn>
              <a:cxn ang="0">
                <a:pos x="connisteX327" y="connsiteY327"/>
              </a:cxn>
              <a:cxn ang="0">
                <a:pos x="connisteX328" y="connsiteY328"/>
              </a:cxn>
              <a:cxn ang="0">
                <a:pos x="connisteX329" y="connsiteY329"/>
              </a:cxn>
              <a:cxn ang="0">
                <a:pos x="connisteX330" y="connsiteY330"/>
              </a:cxn>
              <a:cxn ang="0">
                <a:pos x="connisteX331" y="connsiteY331"/>
              </a:cxn>
              <a:cxn ang="0">
                <a:pos x="connisteX332" y="connsiteY332"/>
              </a:cxn>
              <a:cxn ang="0">
                <a:pos x="connisteX333" y="connsiteY333"/>
              </a:cxn>
              <a:cxn ang="0">
                <a:pos x="connisteX334" y="connsiteY334"/>
              </a:cxn>
              <a:cxn ang="0">
                <a:pos x="connisteX335" y="connsiteY335"/>
              </a:cxn>
              <a:cxn ang="0">
                <a:pos x="connisteX336" y="connsiteY336"/>
              </a:cxn>
              <a:cxn ang="0">
                <a:pos x="connisteX337" y="connsiteY337"/>
              </a:cxn>
              <a:cxn ang="0">
                <a:pos x="connisteX338" y="connsiteY338"/>
              </a:cxn>
              <a:cxn ang="0">
                <a:pos x="connisteX339" y="connsiteY339"/>
              </a:cxn>
              <a:cxn ang="0">
                <a:pos x="connisteX340" y="connsiteY340"/>
              </a:cxn>
              <a:cxn ang="0">
                <a:pos x="connisteX341" y="connsiteY341"/>
              </a:cxn>
              <a:cxn ang="0">
                <a:pos x="connisteX342" y="connsiteY342"/>
              </a:cxn>
              <a:cxn ang="0">
                <a:pos x="connisteX343" y="connsiteY343"/>
              </a:cxn>
              <a:cxn ang="0">
                <a:pos x="connisteX344" y="connsiteY344"/>
              </a:cxn>
              <a:cxn ang="0">
                <a:pos x="connisteX345" y="connsiteY345"/>
              </a:cxn>
              <a:cxn ang="0">
                <a:pos x="connisteX346" y="connsiteY346"/>
              </a:cxn>
              <a:cxn ang="0">
                <a:pos x="connisteX347" y="connsiteY347"/>
              </a:cxn>
              <a:cxn ang="0">
                <a:pos x="connisteX348" y="connsiteY348"/>
              </a:cxn>
              <a:cxn ang="0">
                <a:pos x="connisteX349" y="connsiteY349"/>
              </a:cxn>
              <a:cxn ang="0">
                <a:pos x="connisteX350" y="connsiteY350"/>
              </a:cxn>
              <a:cxn ang="0">
                <a:pos x="connisteX351" y="connsiteY351"/>
              </a:cxn>
              <a:cxn ang="0">
                <a:pos x="connisteX352" y="connsiteY352"/>
              </a:cxn>
              <a:cxn ang="0">
                <a:pos x="connisteX353" y="connsiteY353"/>
              </a:cxn>
              <a:cxn ang="0">
                <a:pos x="connisteX354" y="connsiteY354"/>
              </a:cxn>
              <a:cxn ang="0">
                <a:pos x="connisteX355" y="connsiteY355"/>
              </a:cxn>
              <a:cxn ang="0">
                <a:pos x="connisteX356" y="connsiteY356"/>
              </a:cxn>
              <a:cxn ang="0">
                <a:pos x="connisteX357" y="connsiteY357"/>
              </a:cxn>
              <a:cxn ang="0">
                <a:pos x="connisteX358" y="connsiteY358"/>
              </a:cxn>
              <a:cxn ang="0">
                <a:pos x="connisteX359" y="connsiteY359"/>
              </a:cxn>
              <a:cxn ang="0">
                <a:pos x="connisteX360" y="connsiteY360"/>
              </a:cxn>
              <a:cxn ang="0">
                <a:pos x="connisteX361" y="connsiteY361"/>
              </a:cxn>
              <a:cxn ang="0">
                <a:pos x="connisteX362" y="connsiteY362"/>
              </a:cxn>
              <a:cxn ang="0">
                <a:pos x="connisteX363" y="connsiteY363"/>
              </a:cxn>
              <a:cxn ang="0">
                <a:pos x="connisteX364" y="connsiteY364"/>
              </a:cxn>
              <a:cxn ang="0">
                <a:pos x="connisteX365" y="connsiteY365"/>
              </a:cxn>
              <a:cxn ang="0">
                <a:pos x="connisteX366" y="connsiteY366"/>
              </a:cxn>
              <a:cxn ang="0">
                <a:pos x="connisteX367" y="connsiteY367"/>
              </a:cxn>
              <a:cxn ang="0">
                <a:pos x="connisteX368" y="connsiteY368"/>
              </a:cxn>
              <a:cxn ang="0">
                <a:pos x="connisteX369" y="connsiteY369"/>
              </a:cxn>
              <a:cxn ang="0">
                <a:pos x="connisteX370" y="connsiteY370"/>
              </a:cxn>
              <a:cxn ang="0">
                <a:pos x="connisteX371" y="connsiteY371"/>
              </a:cxn>
              <a:cxn ang="0">
                <a:pos x="connisteX372" y="connsiteY372"/>
              </a:cxn>
              <a:cxn ang="0">
                <a:pos x="connisteX373" y="connsiteY373"/>
              </a:cxn>
              <a:cxn ang="0">
                <a:pos x="connisteX374" y="connsiteY374"/>
              </a:cxn>
              <a:cxn ang="0">
                <a:pos x="connisteX375" y="connsiteY375"/>
              </a:cxn>
              <a:cxn ang="0">
                <a:pos x="connisteX376" y="connsiteY376"/>
              </a:cxn>
              <a:cxn ang="0">
                <a:pos x="connisteX377" y="connsiteY377"/>
              </a:cxn>
              <a:cxn ang="0">
                <a:pos x="connisteX378" y="connsiteY378"/>
              </a:cxn>
              <a:cxn ang="0">
                <a:pos x="connisteX379" y="connsiteY379"/>
              </a:cxn>
              <a:cxn ang="0">
                <a:pos x="connisteX380" y="connsiteY380"/>
              </a:cxn>
              <a:cxn ang="0">
                <a:pos x="connisteX381" y="connsiteY381"/>
              </a:cxn>
              <a:cxn ang="0">
                <a:pos x="connisteX382" y="connsiteY382"/>
              </a:cxn>
              <a:cxn ang="0">
                <a:pos x="connisteX383" y="connsiteY383"/>
              </a:cxn>
              <a:cxn ang="0">
                <a:pos x="connisteX384" y="connsiteY384"/>
              </a:cxn>
              <a:cxn ang="0">
                <a:pos x="connisteX385" y="connsiteY385"/>
              </a:cxn>
              <a:cxn ang="0">
                <a:pos x="connisteX386" y="connsiteY386"/>
              </a:cxn>
              <a:cxn ang="0">
                <a:pos x="connisteX387" y="connsiteY387"/>
              </a:cxn>
              <a:cxn ang="0">
                <a:pos x="connisteX388" y="connsiteY388"/>
              </a:cxn>
              <a:cxn ang="0">
                <a:pos x="connisteX389" y="connsiteY389"/>
              </a:cxn>
              <a:cxn ang="0">
                <a:pos x="connisteX390" y="connsiteY390"/>
              </a:cxn>
              <a:cxn ang="0">
                <a:pos x="connisteX391" y="connsiteY391"/>
              </a:cxn>
              <a:cxn ang="0">
                <a:pos x="connisteX392" y="connsiteY392"/>
              </a:cxn>
              <a:cxn ang="0">
                <a:pos x="connisteX393" y="connsiteY393"/>
              </a:cxn>
              <a:cxn ang="0">
                <a:pos x="connisteX394" y="connsiteY394"/>
              </a:cxn>
              <a:cxn ang="0">
                <a:pos x="connisteX395" y="connsiteY395"/>
              </a:cxn>
              <a:cxn ang="0">
                <a:pos x="connisteX396" y="connsiteY396"/>
              </a:cxn>
              <a:cxn ang="0">
                <a:pos x="connisteX397" y="connsiteY397"/>
              </a:cxn>
              <a:cxn ang="0">
                <a:pos x="connisteX398" y="connsiteY398"/>
              </a:cxn>
              <a:cxn ang="0">
                <a:pos x="connisteX399" y="connsiteY399"/>
              </a:cxn>
              <a:cxn ang="0">
                <a:pos x="connisteX400" y="connsiteY400"/>
              </a:cxn>
              <a:cxn ang="0">
                <a:pos x="connisteX401" y="connsiteY401"/>
              </a:cxn>
              <a:cxn ang="0">
                <a:pos x="connisteX402" y="connsiteY402"/>
              </a:cxn>
              <a:cxn ang="0">
                <a:pos x="connisteX403" y="connsiteY403"/>
              </a:cxn>
              <a:cxn ang="0">
                <a:pos x="connisteX404" y="connsiteY404"/>
              </a:cxn>
              <a:cxn ang="0">
                <a:pos x="connisteX405" y="connsiteY405"/>
              </a:cxn>
              <a:cxn ang="0">
                <a:pos x="connisteX406" y="connsiteY406"/>
              </a:cxn>
              <a:cxn ang="0">
                <a:pos x="connisteX407" y="connsiteY407"/>
              </a:cxn>
              <a:cxn ang="0">
                <a:pos x="connisteX408" y="connsiteY408"/>
              </a:cxn>
              <a:cxn ang="0">
                <a:pos x="connisteX409" y="connsiteY409"/>
              </a:cxn>
              <a:cxn ang="0">
                <a:pos x="connisteX410" y="connsiteY410"/>
              </a:cxn>
              <a:cxn ang="0">
                <a:pos x="connisteX411" y="connsiteY411"/>
              </a:cxn>
              <a:cxn ang="0">
                <a:pos x="connisteX412" y="connsiteY412"/>
              </a:cxn>
              <a:cxn ang="0">
                <a:pos x="connisteX413" y="connsiteY413"/>
              </a:cxn>
              <a:cxn ang="0">
                <a:pos x="connisteX414" y="connsiteY414"/>
              </a:cxn>
              <a:cxn ang="0">
                <a:pos x="connisteX415" y="connsiteY415"/>
              </a:cxn>
              <a:cxn ang="0">
                <a:pos x="connisteX416" y="connsiteY416"/>
              </a:cxn>
              <a:cxn ang="0">
                <a:pos x="connisteX417" y="connsiteY417"/>
              </a:cxn>
              <a:cxn ang="0">
                <a:pos x="connisteX418" y="connsiteY418"/>
              </a:cxn>
              <a:cxn ang="0">
                <a:pos x="connisteX419" y="connsiteY419"/>
              </a:cxn>
              <a:cxn ang="0">
                <a:pos x="connisteX420" y="connsiteY420"/>
              </a:cxn>
              <a:cxn ang="0">
                <a:pos x="connisteX421" y="connsiteY421"/>
              </a:cxn>
              <a:cxn ang="0">
                <a:pos x="connisteX422" y="connsiteY422"/>
              </a:cxn>
              <a:cxn ang="0">
                <a:pos x="connisteX423" y="connsiteY423"/>
              </a:cxn>
              <a:cxn ang="0">
                <a:pos x="connisteX424" y="connsiteY424"/>
              </a:cxn>
              <a:cxn ang="0">
                <a:pos x="connisteX425" y="connsiteY425"/>
              </a:cxn>
              <a:cxn ang="0">
                <a:pos x="connisteX426" y="connsiteY426"/>
              </a:cxn>
              <a:cxn ang="0">
                <a:pos x="connisteX427" y="connsiteY427"/>
              </a:cxn>
              <a:cxn ang="0">
                <a:pos x="connisteX428" y="connsiteY428"/>
              </a:cxn>
              <a:cxn ang="0">
                <a:pos x="connisteX429" y="connsiteY429"/>
              </a:cxn>
              <a:cxn ang="0">
                <a:pos x="connisteX430" y="connsiteY430"/>
              </a:cxn>
              <a:cxn ang="0">
                <a:pos x="connisteX431" y="connsiteY431"/>
              </a:cxn>
              <a:cxn ang="0">
                <a:pos x="connisteX432" y="connsiteY432"/>
              </a:cxn>
              <a:cxn ang="0">
                <a:pos x="connisteX433" y="connsiteY433"/>
              </a:cxn>
              <a:cxn ang="0">
                <a:pos x="connisteX434" y="connsiteY434"/>
              </a:cxn>
              <a:cxn ang="0">
                <a:pos x="connisteX435" y="connsiteY435"/>
              </a:cxn>
              <a:cxn ang="0">
                <a:pos x="connisteX436" y="connsiteY436"/>
              </a:cxn>
              <a:cxn ang="0">
                <a:pos x="connisteX437" y="connsiteY437"/>
              </a:cxn>
              <a:cxn ang="0">
                <a:pos x="connisteX438" y="connsiteY438"/>
              </a:cxn>
              <a:cxn ang="0">
                <a:pos x="connisteX439" y="connsiteY439"/>
              </a:cxn>
              <a:cxn ang="0">
                <a:pos x="connisteX440" y="connsiteY440"/>
              </a:cxn>
              <a:cxn ang="0">
                <a:pos x="connisteX441" y="connsiteY441"/>
              </a:cxn>
              <a:cxn ang="0">
                <a:pos x="connisteX442" y="connsiteY442"/>
              </a:cxn>
              <a:cxn ang="0">
                <a:pos x="connisteX443" y="connsiteY443"/>
              </a:cxn>
              <a:cxn ang="0">
                <a:pos x="connisteX444" y="connsiteY444"/>
              </a:cxn>
              <a:cxn ang="0">
                <a:pos x="connisteX445" y="connsiteY445"/>
              </a:cxn>
              <a:cxn ang="0">
                <a:pos x="connisteX446" y="connsiteY446"/>
              </a:cxn>
              <a:cxn ang="0">
                <a:pos x="connisteX447" y="connsiteY447"/>
              </a:cxn>
              <a:cxn ang="0">
                <a:pos x="connisteX448" y="connsiteY448"/>
              </a:cxn>
              <a:cxn ang="0">
                <a:pos x="connisteX449" y="connsiteY449"/>
              </a:cxn>
              <a:cxn ang="0">
                <a:pos x="connisteX450" y="connsiteY450"/>
              </a:cxn>
              <a:cxn ang="0">
                <a:pos x="connisteX451" y="connsiteY451"/>
              </a:cxn>
              <a:cxn ang="0">
                <a:pos x="connisteX452" y="connsiteY452"/>
              </a:cxn>
              <a:cxn ang="0">
                <a:pos x="connisteX453" y="connsiteY453"/>
              </a:cxn>
              <a:cxn ang="0">
                <a:pos x="connisteX454" y="connsiteY454"/>
              </a:cxn>
              <a:cxn ang="0">
                <a:pos x="connisteX455" y="connsiteY455"/>
              </a:cxn>
              <a:cxn ang="0">
                <a:pos x="connisteX456" y="connsiteY456"/>
              </a:cxn>
              <a:cxn ang="0">
                <a:pos x="connisteX457" y="connsiteY457"/>
              </a:cxn>
              <a:cxn ang="0">
                <a:pos x="connisteX458" y="connsiteY458"/>
              </a:cxn>
              <a:cxn ang="0">
                <a:pos x="connisteX459" y="connsiteY459"/>
              </a:cxn>
              <a:cxn ang="0">
                <a:pos x="connisteX460" y="connsiteY460"/>
              </a:cxn>
              <a:cxn ang="0">
                <a:pos x="connisteX461" y="connsiteY461"/>
              </a:cxn>
              <a:cxn ang="0">
                <a:pos x="connisteX462" y="connsiteY462"/>
              </a:cxn>
              <a:cxn ang="0">
                <a:pos x="connisteX463" y="connsiteY463"/>
              </a:cxn>
              <a:cxn ang="0">
                <a:pos x="connisteX464" y="connsiteY464"/>
              </a:cxn>
              <a:cxn ang="0">
                <a:pos x="connisteX465" y="connsiteY465"/>
              </a:cxn>
              <a:cxn ang="0">
                <a:pos x="connisteX466" y="connsiteY466"/>
              </a:cxn>
              <a:cxn ang="0">
                <a:pos x="connisteX467" y="connsiteY467"/>
              </a:cxn>
              <a:cxn ang="0">
                <a:pos x="connisteX468" y="connsiteY468"/>
              </a:cxn>
              <a:cxn ang="0">
                <a:pos x="connisteX469" y="connsiteY469"/>
              </a:cxn>
              <a:cxn ang="0">
                <a:pos x="connisteX470" y="connsiteY470"/>
              </a:cxn>
              <a:cxn ang="0">
                <a:pos x="connisteX471" y="connsiteY471"/>
              </a:cxn>
              <a:cxn ang="0">
                <a:pos x="connisteX472" y="connsiteY472"/>
              </a:cxn>
              <a:cxn ang="0">
                <a:pos x="connisteX473" y="connsiteY473"/>
              </a:cxn>
              <a:cxn ang="0">
                <a:pos x="connisteX474" y="connsiteY474"/>
              </a:cxn>
              <a:cxn ang="0">
                <a:pos x="connisteX475" y="connsiteY475"/>
              </a:cxn>
              <a:cxn ang="0">
                <a:pos x="connisteX476" y="connsiteY476"/>
              </a:cxn>
              <a:cxn ang="0">
                <a:pos x="connisteX477" y="connsiteY477"/>
              </a:cxn>
              <a:cxn ang="0">
                <a:pos x="connisteX478" y="connsiteY478"/>
              </a:cxn>
              <a:cxn ang="0">
                <a:pos x="connisteX479" y="connsiteY479"/>
              </a:cxn>
              <a:cxn ang="0">
                <a:pos x="connisteX480" y="connsiteY480"/>
              </a:cxn>
              <a:cxn ang="0">
                <a:pos x="connisteX481" y="connsiteY481"/>
              </a:cxn>
              <a:cxn ang="0">
                <a:pos x="connisteX482" y="connsiteY482"/>
              </a:cxn>
              <a:cxn ang="0">
                <a:pos x="connisteX483" y="connsiteY483"/>
              </a:cxn>
              <a:cxn ang="0">
                <a:pos x="connisteX484" y="connsiteY484"/>
              </a:cxn>
              <a:cxn ang="0">
                <a:pos x="connisteX485" y="connsiteY485"/>
              </a:cxn>
              <a:cxn ang="0">
                <a:pos x="connisteX486" y="connsiteY486"/>
              </a:cxn>
              <a:cxn ang="0">
                <a:pos x="connisteX487" y="connsiteY487"/>
              </a:cxn>
              <a:cxn ang="0">
                <a:pos x="connisteX488" y="connsiteY488"/>
              </a:cxn>
              <a:cxn ang="0">
                <a:pos x="connisteX489" y="connsiteY489"/>
              </a:cxn>
              <a:cxn ang="0">
                <a:pos x="connisteX490" y="connsiteY490"/>
              </a:cxn>
              <a:cxn ang="0">
                <a:pos x="connisteX491" y="connsiteY491"/>
              </a:cxn>
              <a:cxn ang="0">
                <a:pos x="connisteX492" y="connsiteY492"/>
              </a:cxn>
              <a:cxn ang="0">
                <a:pos x="connisteX493" y="connsiteY493"/>
              </a:cxn>
              <a:cxn ang="0">
                <a:pos x="connisteX494" y="connsiteY494"/>
              </a:cxn>
              <a:cxn ang="0">
                <a:pos x="connisteX495" y="connsiteY495"/>
              </a:cxn>
              <a:cxn ang="0">
                <a:pos x="connisteX496" y="connsiteY496"/>
              </a:cxn>
              <a:cxn ang="0">
                <a:pos x="connisteX497" y="connsiteY497"/>
              </a:cxn>
              <a:cxn ang="0">
                <a:pos x="connisteX498" y="connsiteY498"/>
              </a:cxn>
              <a:cxn ang="0">
                <a:pos x="connisteX499" y="connsiteY499"/>
              </a:cxn>
              <a:cxn ang="0">
                <a:pos x="connisteX500" y="connsiteY500"/>
              </a:cxn>
              <a:cxn ang="0">
                <a:pos x="connisteX501" y="connsiteY501"/>
              </a:cxn>
              <a:cxn ang="0">
                <a:pos x="connisteX502" y="connsiteY502"/>
              </a:cxn>
              <a:cxn ang="0">
                <a:pos x="connisteX503" y="connsiteY503"/>
              </a:cxn>
              <a:cxn ang="0">
                <a:pos x="connisteX504" y="connsiteY504"/>
              </a:cxn>
              <a:cxn ang="0">
                <a:pos x="connisteX505" y="connsiteY505"/>
              </a:cxn>
              <a:cxn ang="0">
                <a:pos x="connisteX506" y="connsiteY506"/>
              </a:cxn>
              <a:cxn ang="0">
                <a:pos x="connisteX507" y="connsiteY507"/>
              </a:cxn>
              <a:cxn ang="0">
                <a:pos x="connisteX508" y="connsiteY508"/>
              </a:cxn>
              <a:cxn ang="0">
                <a:pos x="connisteX509" y="connsiteY509"/>
              </a:cxn>
              <a:cxn ang="0">
                <a:pos x="connisteX510" y="connsiteY510"/>
              </a:cxn>
              <a:cxn ang="0">
                <a:pos x="connisteX511" y="connsiteY511"/>
              </a:cxn>
              <a:cxn ang="0">
                <a:pos x="connisteX512" y="connsiteY512"/>
              </a:cxn>
              <a:cxn ang="0">
                <a:pos x="connisteX513" y="connsiteY513"/>
              </a:cxn>
              <a:cxn ang="0">
                <a:pos x="connisteX514" y="connsiteY514"/>
              </a:cxn>
              <a:cxn ang="0">
                <a:pos x="connisteX515" y="connsiteY515"/>
              </a:cxn>
              <a:cxn ang="0">
                <a:pos x="connisteX516" y="connsiteY516"/>
              </a:cxn>
              <a:cxn ang="0">
                <a:pos x="connisteX517" y="connsiteY517"/>
              </a:cxn>
              <a:cxn ang="0">
                <a:pos x="connisteX518" y="connsiteY518"/>
              </a:cxn>
              <a:cxn ang="0">
                <a:pos x="connisteX519" y="connsiteY519"/>
              </a:cxn>
              <a:cxn ang="0">
                <a:pos x="connisteX520" y="connsiteY520"/>
              </a:cxn>
              <a:cxn ang="0">
                <a:pos x="connisteX521" y="connsiteY521"/>
              </a:cxn>
              <a:cxn ang="0">
                <a:pos x="connisteX522" y="connsiteY522"/>
              </a:cxn>
              <a:cxn ang="0">
                <a:pos x="connisteX523" y="connsiteY523"/>
              </a:cxn>
              <a:cxn ang="0">
                <a:pos x="connisteX524" y="connsiteY524"/>
              </a:cxn>
              <a:cxn ang="0">
                <a:pos x="connisteX525" y="connsiteY525"/>
              </a:cxn>
              <a:cxn ang="0">
                <a:pos x="connisteX526" y="connsiteY526"/>
              </a:cxn>
              <a:cxn ang="0">
                <a:pos x="connisteX527" y="connsiteY527"/>
              </a:cxn>
              <a:cxn ang="0">
                <a:pos x="connisteX528" y="connsiteY528"/>
              </a:cxn>
              <a:cxn ang="0">
                <a:pos x="connisteX529" y="connsiteY529"/>
              </a:cxn>
              <a:cxn ang="0">
                <a:pos x="connisteX530" y="connsiteY530"/>
              </a:cxn>
              <a:cxn ang="0">
                <a:pos x="connisteX531" y="connsiteY531"/>
              </a:cxn>
              <a:cxn ang="0">
                <a:pos x="connisteX532" y="connsiteY532"/>
              </a:cxn>
              <a:cxn ang="0">
                <a:pos x="connisteX533" y="connsiteY533"/>
              </a:cxn>
              <a:cxn ang="0">
                <a:pos x="connisteX534" y="connsiteY534"/>
              </a:cxn>
              <a:cxn ang="0">
                <a:pos x="connisteX535" y="connsiteY535"/>
              </a:cxn>
              <a:cxn ang="0">
                <a:pos x="connisteX536" y="connsiteY536"/>
              </a:cxn>
              <a:cxn ang="0">
                <a:pos x="connisteX537" y="connsiteY537"/>
              </a:cxn>
              <a:cxn ang="0">
                <a:pos x="connisteX538" y="connsiteY538"/>
              </a:cxn>
              <a:cxn ang="0">
                <a:pos x="connisteX539" y="connsiteY539"/>
              </a:cxn>
              <a:cxn ang="0">
                <a:pos x="connisteX540" y="connsiteY540"/>
              </a:cxn>
              <a:cxn ang="0">
                <a:pos x="connisteX541" y="connsiteY541"/>
              </a:cxn>
              <a:cxn ang="0">
                <a:pos x="connisteX542" y="connsiteY542"/>
              </a:cxn>
              <a:cxn ang="0">
                <a:pos x="connisteX543" y="connsiteY543"/>
              </a:cxn>
              <a:cxn ang="0">
                <a:pos x="connisteX544" y="connsiteY544"/>
              </a:cxn>
              <a:cxn ang="0">
                <a:pos x="connisteX545" y="connsiteY545"/>
              </a:cxn>
              <a:cxn ang="0">
                <a:pos x="connisteX546" y="connsiteY546"/>
              </a:cxn>
              <a:cxn ang="0">
                <a:pos x="connisteX547" y="connsiteY547"/>
              </a:cxn>
              <a:cxn ang="0">
                <a:pos x="connisteX548" y="connsiteY548"/>
              </a:cxn>
              <a:cxn ang="0">
                <a:pos x="connisteX549" y="connsiteY549"/>
              </a:cxn>
              <a:cxn ang="0">
                <a:pos x="connisteX550" y="connsiteY550"/>
              </a:cxn>
              <a:cxn ang="0">
                <a:pos x="connisteX551" y="connsiteY551"/>
              </a:cxn>
              <a:cxn ang="0">
                <a:pos x="connisteX552" y="connsiteY552"/>
              </a:cxn>
              <a:cxn ang="0">
                <a:pos x="connisteX553" y="connsiteY553"/>
              </a:cxn>
              <a:cxn ang="0">
                <a:pos x="connisteX554" y="connsiteY554"/>
              </a:cxn>
              <a:cxn ang="0">
                <a:pos x="connisteX555" y="connsiteY555"/>
              </a:cxn>
              <a:cxn ang="0">
                <a:pos x="connisteX556" y="connsiteY556"/>
              </a:cxn>
              <a:cxn ang="0">
                <a:pos x="connisteX557" y="connsiteY557"/>
              </a:cxn>
              <a:cxn ang="0">
                <a:pos x="connisteX558" y="connsiteY558"/>
              </a:cxn>
              <a:cxn ang="0">
                <a:pos x="connisteX559" y="connsiteY559"/>
              </a:cxn>
              <a:cxn ang="0">
                <a:pos x="connisteX560" y="connsiteY560"/>
              </a:cxn>
              <a:cxn ang="0">
                <a:pos x="connisteX561" y="connsiteY561"/>
              </a:cxn>
              <a:cxn ang="0">
                <a:pos x="connisteX562" y="connsiteY562"/>
              </a:cxn>
              <a:cxn ang="0">
                <a:pos x="connisteX563" y="connsiteY563"/>
              </a:cxn>
              <a:cxn ang="0">
                <a:pos x="connisteX564" y="connsiteY564"/>
              </a:cxn>
              <a:cxn ang="0">
                <a:pos x="connisteX565" y="connsiteY565"/>
              </a:cxn>
              <a:cxn ang="0">
                <a:pos x="connisteX566" y="connsiteY566"/>
              </a:cxn>
              <a:cxn ang="0">
                <a:pos x="connisteX567" y="connsiteY567"/>
              </a:cxn>
              <a:cxn ang="0">
                <a:pos x="connisteX568" y="connsiteY568"/>
              </a:cxn>
              <a:cxn ang="0">
                <a:pos x="connisteX569" y="connsiteY569"/>
              </a:cxn>
              <a:cxn ang="0">
                <a:pos x="connisteX570" y="connsiteY570"/>
              </a:cxn>
              <a:cxn ang="0">
                <a:pos x="connisteX571" y="connsiteY571"/>
              </a:cxn>
              <a:cxn ang="0">
                <a:pos x="connisteX572" y="connsiteY572"/>
              </a:cxn>
              <a:cxn ang="0">
                <a:pos x="connisteX573" y="connsiteY573"/>
              </a:cxn>
              <a:cxn ang="0">
                <a:pos x="connisteX574" y="connsiteY574"/>
              </a:cxn>
              <a:cxn ang="0">
                <a:pos x="connisteX575" y="connsiteY575"/>
              </a:cxn>
              <a:cxn ang="0">
                <a:pos x="connisteX576" y="connsiteY576"/>
              </a:cxn>
              <a:cxn ang="0">
                <a:pos x="connisteX577" y="connsiteY577"/>
              </a:cxn>
              <a:cxn ang="0">
                <a:pos x="connisteX578" y="connsiteY578"/>
              </a:cxn>
              <a:cxn ang="0">
                <a:pos x="connisteX579" y="connsiteY579"/>
              </a:cxn>
              <a:cxn ang="0">
                <a:pos x="connisteX580" y="connsiteY580"/>
              </a:cxn>
              <a:cxn ang="0">
                <a:pos x="connisteX581" y="connsiteY581"/>
              </a:cxn>
              <a:cxn ang="0">
                <a:pos x="connisteX582" y="connsiteY582"/>
              </a:cxn>
              <a:cxn ang="0">
                <a:pos x="connisteX583" y="connsiteY583"/>
              </a:cxn>
              <a:cxn ang="0">
                <a:pos x="connisteX584" y="connsiteY584"/>
              </a:cxn>
              <a:cxn ang="0">
                <a:pos x="connisteX585" y="connsiteY585"/>
              </a:cxn>
              <a:cxn ang="0">
                <a:pos x="connisteX586" y="connsiteY586"/>
              </a:cxn>
              <a:cxn ang="0">
                <a:pos x="connisteX587" y="connsiteY587"/>
              </a:cxn>
              <a:cxn ang="0">
                <a:pos x="connisteX588" y="connsiteY588"/>
              </a:cxn>
              <a:cxn ang="0">
                <a:pos x="connisteX589" y="connsiteY589"/>
              </a:cxn>
              <a:cxn ang="0">
                <a:pos x="connisteX590" y="connsiteY590"/>
              </a:cxn>
              <a:cxn ang="0">
                <a:pos x="connisteX591" y="connsiteY591"/>
              </a:cxn>
              <a:cxn ang="0">
                <a:pos x="connisteX592" y="connsiteY592"/>
              </a:cxn>
              <a:cxn ang="0">
                <a:pos x="connisteX593" y="connsiteY593"/>
              </a:cxn>
              <a:cxn ang="0">
                <a:pos x="connisteX594" y="connsiteY594"/>
              </a:cxn>
              <a:cxn ang="0">
                <a:pos x="connisteX595" y="connsiteY595"/>
              </a:cxn>
              <a:cxn ang="0">
                <a:pos x="connisteX596" y="connsiteY596"/>
              </a:cxn>
              <a:cxn ang="0">
                <a:pos x="connisteX597" y="connsiteY597"/>
              </a:cxn>
              <a:cxn ang="0">
                <a:pos x="connisteX598" y="connsiteY598"/>
              </a:cxn>
              <a:cxn ang="0">
                <a:pos x="connisteX599" y="connsiteY599"/>
              </a:cxn>
              <a:cxn ang="0">
                <a:pos x="connisteX600" y="connsiteY600"/>
              </a:cxn>
              <a:cxn ang="0">
                <a:pos x="connisteX601" y="connsiteY601"/>
              </a:cxn>
              <a:cxn ang="0">
                <a:pos x="connisteX602" y="connsiteY602"/>
              </a:cxn>
              <a:cxn ang="0">
                <a:pos x="connisteX603" y="connsiteY603"/>
              </a:cxn>
              <a:cxn ang="0">
                <a:pos x="connisteX604" y="connsiteY604"/>
              </a:cxn>
              <a:cxn ang="0">
                <a:pos x="connisteX605" y="connsiteY605"/>
              </a:cxn>
              <a:cxn ang="0">
                <a:pos x="connisteX606" y="connsiteY606"/>
              </a:cxn>
              <a:cxn ang="0">
                <a:pos x="connisteX607" y="connsiteY607"/>
              </a:cxn>
              <a:cxn ang="0">
                <a:pos x="connisteX608" y="connsiteY608"/>
              </a:cxn>
              <a:cxn ang="0">
                <a:pos x="connisteX609" y="connsiteY609"/>
              </a:cxn>
              <a:cxn ang="0">
                <a:pos x="connisteX610" y="connsiteY610"/>
              </a:cxn>
              <a:cxn ang="0">
                <a:pos x="connisteX611" y="connsiteY611"/>
              </a:cxn>
              <a:cxn ang="0">
                <a:pos x="connisteX612" y="connsiteY612"/>
              </a:cxn>
              <a:cxn ang="0">
                <a:pos x="connisteX613" y="connsiteY613"/>
              </a:cxn>
              <a:cxn ang="0">
                <a:pos x="connisteX614" y="connsiteY614"/>
              </a:cxn>
              <a:cxn ang="0">
                <a:pos x="connisteX615" y="connsiteY615"/>
              </a:cxn>
              <a:cxn ang="0">
                <a:pos x="connisteX616" y="connsiteY616"/>
              </a:cxn>
              <a:cxn ang="0">
                <a:pos x="connisteX617" y="connsiteY617"/>
              </a:cxn>
              <a:cxn ang="0">
                <a:pos x="connisteX618" y="connsiteY618"/>
              </a:cxn>
              <a:cxn ang="0">
                <a:pos x="connisteX619" y="connsiteY619"/>
              </a:cxn>
              <a:cxn ang="0">
                <a:pos x="connisteX620" y="connsiteY620"/>
              </a:cxn>
              <a:cxn ang="0">
                <a:pos x="connisteX621" y="connsiteY621"/>
              </a:cxn>
              <a:cxn ang="0">
                <a:pos x="connisteX622" y="connsiteY622"/>
              </a:cxn>
              <a:cxn ang="0">
                <a:pos x="connisteX623" y="connsiteY623"/>
              </a:cxn>
              <a:cxn ang="0">
                <a:pos x="connisteX624" y="connsiteY624"/>
              </a:cxn>
              <a:cxn ang="0">
                <a:pos x="connisteX625" y="connsiteY625"/>
              </a:cxn>
              <a:cxn ang="0">
                <a:pos x="connisteX626" y="connsiteY626"/>
              </a:cxn>
              <a:cxn ang="0">
                <a:pos x="connisteX627" y="connsiteY627"/>
              </a:cxn>
              <a:cxn ang="0">
                <a:pos x="connisteX628" y="connsiteY628"/>
              </a:cxn>
              <a:cxn ang="0">
                <a:pos x="connisteX629" y="connsiteY629"/>
              </a:cxn>
              <a:cxn ang="0">
                <a:pos x="connisteX630" y="connsiteY630"/>
              </a:cxn>
              <a:cxn ang="0">
                <a:pos x="connisteX631" y="connsiteY631"/>
              </a:cxn>
              <a:cxn ang="0">
                <a:pos x="connisteX632" y="connsiteY632"/>
              </a:cxn>
              <a:cxn ang="0">
                <a:pos x="connisteX633" y="connsiteY633"/>
              </a:cxn>
              <a:cxn ang="0">
                <a:pos x="connisteX634" y="connsiteY634"/>
              </a:cxn>
              <a:cxn ang="0">
                <a:pos x="connisteX635" y="connsiteY635"/>
              </a:cxn>
              <a:cxn ang="0">
                <a:pos x="connisteX636" y="connsiteY636"/>
              </a:cxn>
              <a:cxn ang="0">
                <a:pos x="connisteX637" y="connsiteY637"/>
              </a:cxn>
              <a:cxn ang="0">
                <a:pos x="connisteX638" y="connsiteY638"/>
              </a:cxn>
              <a:cxn ang="0">
                <a:pos x="connisteX639" y="connsiteY639"/>
              </a:cxn>
              <a:cxn ang="0">
                <a:pos x="connisteX640" y="connsiteY640"/>
              </a:cxn>
              <a:cxn ang="0">
                <a:pos x="connisteX641" y="connsiteY641"/>
              </a:cxn>
              <a:cxn ang="0">
                <a:pos x="connisteX642" y="connsiteY642"/>
              </a:cxn>
              <a:cxn ang="0">
                <a:pos x="connisteX643" y="connsiteY643"/>
              </a:cxn>
              <a:cxn ang="0">
                <a:pos x="connisteX644" y="connsiteY644"/>
              </a:cxn>
              <a:cxn ang="0">
                <a:pos x="connisteX645" y="connsiteY645"/>
              </a:cxn>
              <a:cxn ang="0">
                <a:pos x="connisteX646" y="connsiteY646"/>
              </a:cxn>
              <a:cxn ang="0">
                <a:pos x="connisteX647" y="connsiteY647"/>
              </a:cxn>
              <a:cxn ang="0">
                <a:pos x="connisteX648" y="connsiteY648"/>
              </a:cxn>
              <a:cxn ang="0">
                <a:pos x="connisteX649" y="connsiteY649"/>
              </a:cxn>
              <a:cxn ang="0">
                <a:pos x="connisteX650" y="connsiteY650"/>
              </a:cxn>
              <a:cxn ang="0">
                <a:pos x="connisteX651" y="connsiteY651"/>
              </a:cxn>
              <a:cxn ang="0">
                <a:pos x="connisteX652" y="connsiteY652"/>
              </a:cxn>
              <a:cxn ang="0">
                <a:pos x="connisteX653" y="connsiteY653"/>
              </a:cxn>
              <a:cxn ang="0">
                <a:pos x="connisteX654" y="connsiteY654"/>
              </a:cxn>
              <a:cxn ang="0">
                <a:pos x="connisteX655" y="connsiteY655"/>
              </a:cxn>
              <a:cxn ang="0">
                <a:pos x="connisteX656" y="connsiteY656"/>
              </a:cxn>
              <a:cxn ang="0">
                <a:pos x="connisteX657" y="connsiteY657"/>
              </a:cxn>
              <a:cxn ang="0">
                <a:pos x="connisteX658" y="connsiteY658"/>
              </a:cxn>
              <a:cxn ang="0">
                <a:pos x="connisteX659" y="connsiteY659"/>
              </a:cxn>
              <a:cxn ang="0">
                <a:pos x="connisteX660" y="connsiteY660"/>
              </a:cxn>
              <a:cxn ang="0">
                <a:pos x="connisteX661" y="connsiteY661"/>
              </a:cxn>
              <a:cxn ang="0">
                <a:pos x="connisteX662" y="connsiteY662"/>
              </a:cxn>
              <a:cxn ang="0">
                <a:pos x="connisteX663" y="connsiteY663"/>
              </a:cxn>
              <a:cxn ang="0">
                <a:pos x="connisteX664" y="connsiteY664"/>
              </a:cxn>
              <a:cxn ang="0">
                <a:pos x="connisteX665" y="connsiteY665"/>
              </a:cxn>
              <a:cxn ang="0">
                <a:pos x="connisteX666" y="connsiteY666"/>
              </a:cxn>
              <a:cxn ang="0">
                <a:pos x="connisteX667" y="connsiteY667"/>
              </a:cxn>
              <a:cxn ang="0">
                <a:pos x="connisteX668" y="connsiteY668"/>
              </a:cxn>
              <a:cxn ang="0">
                <a:pos x="connisteX669" y="connsiteY669"/>
              </a:cxn>
              <a:cxn ang="0">
                <a:pos x="connisteX670" y="connsiteY670"/>
              </a:cxn>
              <a:cxn ang="0">
                <a:pos x="connisteX671" y="connsiteY671"/>
              </a:cxn>
              <a:cxn ang="0">
                <a:pos x="connisteX672" y="connsiteY672"/>
              </a:cxn>
              <a:cxn ang="0">
                <a:pos x="connisteX673" y="connsiteY673"/>
              </a:cxn>
              <a:cxn ang="0">
                <a:pos x="connisteX674" y="connsiteY674"/>
              </a:cxn>
              <a:cxn ang="0">
                <a:pos x="connisteX675" y="connsiteY675"/>
              </a:cxn>
              <a:cxn ang="0">
                <a:pos x="connisteX676" y="connsiteY676"/>
              </a:cxn>
              <a:cxn ang="0">
                <a:pos x="connisteX677" y="connsiteY677"/>
              </a:cxn>
              <a:cxn ang="0">
                <a:pos x="connisteX678" y="connsiteY678"/>
              </a:cxn>
              <a:cxn ang="0">
                <a:pos x="connisteX679" y="connsiteY679"/>
              </a:cxn>
              <a:cxn ang="0">
                <a:pos x="connisteX680" y="connsiteY680"/>
              </a:cxn>
              <a:cxn ang="0">
                <a:pos x="connisteX681" y="connsiteY681"/>
              </a:cxn>
              <a:cxn ang="0">
                <a:pos x="connisteX682" y="connsiteY682"/>
              </a:cxn>
              <a:cxn ang="0">
                <a:pos x="connisteX683" y="connsiteY683"/>
              </a:cxn>
              <a:cxn ang="0">
                <a:pos x="connisteX684" y="connsiteY684"/>
              </a:cxn>
              <a:cxn ang="0">
                <a:pos x="connisteX685" y="connsiteY685"/>
              </a:cxn>
              <a:cxn ang="0">
                <a:pos x="connisteX686" y="connsiteY686"/>
              </a:cxn>
              <a:cxn ang="0">
                <a:pos x="connisteX687" y="connsiteY687"/>
              </a:cxn>
              <a:cxn ang="0">
                <a:pos x="connisteX688" y="connsiteY688"/>
              </a:cxn>
              <a:cxn ang="0">
                <a:pos x="connisteX689" y="connsiteY689"/>
              </a:cxn>
              <a:cxn ang="0">
                <a:pos x="connisteX690" y="connsiteY690"/>
              </a:cxn>
              <a:cxn ang="0">
                <a:pos x="connisteX691" y="connsiteY691"/>
              </a:cxn>
              <a:cxn ang="0">
                <a:pos x="connisteX692" y="connsiteY692"/>
              </a:cxn>
              <a:cxn ang="0">
                <a:pos x="connisteX693" y="connsiteY693"/>
              </a:cxn>
              <a:cxn ang="0">
                <a:pos x="connisteX694" y="connsiteY694"/>
              </a:cxn>
              <a:cxn ang="0">
                <a:pos x="connisteX695" y="connsiteY695"/>
              </a:cxn>
              <a:cxn ang="0">
                <a:pos x="connisteX696" y="connsiteY696"/>
              </a:cxn>
              <a:cxn ang="0">
                <a:pos x="connisteX697" y="connsiteY697"/>
              </a:cxn>
              <a:cxn ang="0">
                <a:pos x="connisteX698" y="connsiteY698"/>
              </a:cxn>
              <a:cxn ang="0">
                <a:pos x="connisteX699" y="connsiteY699"/>
              </a:cxn>
              <a:cxn ang="0">
                <a:pos x="connisteX700" y="connsiteY700"/>
              </a:cxn>
              <a:cxn ang="0">
                <a:pos x="connisteX701" y="connsiteY701"/>
              </a:cxn>
              <a:cxn ang="0">
                <a:pos x="connisteX702" y="connsiteY702"/>
              </a:cxn>
              <a:cxn ang="0">
                <a:pos x="connisteX703" y="connsiteY703"/>
              </a:cxn>
              <a:cxn ang="0">
                <a:pos x="connisteX704" y="connsiteY704"/>
              </a:cxn>
              <a:cxn ang="0">
                <a:pos x="connisteX705" y="connsiteY705"/>
              </a:cxn>
              <a:cxn ang="0">
                <a:pos x="connisteX706" y="connsiteY706"/>
              </a:cxn>
              <a:cxn ang="0">
                <a:pos x="connisteX707" y="connsiteY707"/>
              </a:cxn>
              <a:cxn ang="0">
                <a:pos x="connisteX708" y="connsiteY708"/>
              </a:cxn>
              <a:cxn ang="0">
                <a:pos x="connisteX709" y="connsiteY709"/>
              </a:cxn>
              <a:cxn ang="0">
                <a:pos x="connisteX710" y="connsiteY710"/>
              </a:cxn>
              <a:cxn ang="0">
                <a:pos x="connisteX711" y="connsiteY711"/>
              </a:cxn>
              <a:cxn ang="0">
                <a:pos x="connisteX712" y="connsiteY712"/>
              </a:cxn>
              <a:cxn ang="0">
                <a:pos x="connisteX713" y="connsiteY713"/>
              </a:cxn>
              <a:cxn ang="0">
                <a:pos x="connisteX714" y="connsiteY714"/>
              </a:cxn>
              <a:cxn ang="0">
                <a:pos x="connisteX715" y="connsiteY715"/>
              </a:cxn>
              <a:cxn ang="0">
                <a:pos x="connisteX716" y="connsiteY716"/>
              </a:cxn>
              <a:cxn ang="0">
                <a:pos x="connisteX717" y="connsiteY717"/>
              </a:cxn>
              <a:cxn ang="0">
                <a:pos x="connisteX718" y="connsiteY718"/>
              </a:cxn>
              <a:cxn ang="0">
                <a:pos x="connisteX719" y="connsiteY719"/>
              </a:cxn>
              <a:cxn ang="0">
                <a:pos x="connisteX720" y="connsiteY720"/>
              </a:cxn>
              <a:cxn ang="0">
                <a:pos x="connisteX721" y="connsiteY721"/>
              </a:cxn>
              <a:cxn ang="0">
                <a:pos x="connisteX722" y="connsiteY722"/>
              </a:cxn>
              <a:cxn ang="0">
                <a:pos x="connisteX723" y="connsiteY723"/>
              </a:cxn>
              <a:cxn ang="0">
                <a:pos x="connisteX724" y="connsiteY724"/>
              </a:cxn>
              <a:cxn ang="0">
                <a:pos x="connisteX725" y="connsiteY725"/>
              </a:cxn>
              <a:cxn ang="0">
                <a:pos x="connisteX726" y="connsiteY726"/>
              </a:cxn>
              <a:cxn ang="0">
                <a:pos x="connisteX727" y="connsiteY727"/>
              </a:cxn>
              <a:cxn ang="0">
                <a:pos x="connisteX728" y="connsiteY728"/>
              </a:cxn>
              <a:cxn ang="0">
                <a:pos x="connisteX729" y="connsiteY729"/>
              </a:cxn>
              <a:cxn ang="0">
                <a:pos x="connisteX730" y="connsiteY730"/>
              </a:cxn>
              <a:cxn ang="0">
                <a:pos x="connisteX731" y="connsiteY731"/>
              </a:cxn>
              <a:cxn ang="0">
                <a:pos x="connisteX732" y="connsiteY732"/>
              </a:cxn>
              <a:cxn ang="0">
                <a:pos x="connisteX733" y="connsiteY733"/>
              </a:cxn>
              <a:cxn ang="0">
                <a:pos x="connisteX734" y="connsiteY734"/>
              </a:cxn>
              <a:cxn ang="0">
                <a:pos x="connisteX735" y="connsiteY735"/>
              </a:cxn>
              <a:cxn ang="0">
                <a:pos x="connisteX736" y="connsiteY736"/>
              </a:cxn>
              <a:cxn ang="0">
                <a:pos x="connisteX737" y="connsiteY737"/>
              </a:cxn>
              <a:cxn ang="0">
                <a:pos x="connisteX738" y="connsiteY738"/>
              </a:cxn>
              <a:cxn ang="0">
                <a:pos x="connisteX739" y="connsiteY739"/>
              </a:cxn>
              <a:cxn ang="0">
                <a:pos x="connisteX740" y="connsiteY740"/>
              </a:cxn>
              <a:cxn ang="0">
                <a:pos x="connisteX741" y="connsiteY741"/>
              </a:cxn>
              <a:cxn ang="0">
                <a:pos x="connisteX742" y="connsiteY742"/>
              </a:cxn>
              <a:cxn ang="0">
                <a:pos x="connisteX743" y="connsiteY743"/>
              </a:cxn>
              <a:cxn ang="0">
                <a:pos x="connisteX744" y="connsiteY744"/>
              </a:cxn>
              <a:cxn ang="0">
                <a:pos x="connisteX745" y="connsiteY745"/>
              </a:cxn>
              <a:cxn ang="0">
                <a:pos x="connisteX746" y="connsiteY746"/>
              </a:cxn>
              <a:cxn ang="0">
                <a:pos x="connisteX747" y="connsiteY747"/>
              </a:cxn>
              <a:cxn ang="0">
                <a:pos x="connisteX748" y="connsiteY748"/>
              </a:cxn>
              <a:cxn ang="0">
                <a:pos x="connisteX749" y="connsiteY749"/>
              </a:cxn>
              <a:cxn ang="0">
                <a:pos x="connisteX750" y="connsiteY750"/>
              </a:cxn>
              <a:cxn ang="0">
                <a:pos x="connisteX751" y="connsiteY751"/>
              </a:cxn>
              <a:cxn ang="0">
                <a:pos x="connisteX752" y="connsiteY752"/>
              </a:cxn>
              <a:cxn ang="0">
                <a:pos x="connisteX753" y="connsiteY753"/>
              </a:cxn>
              <a:cxn ang="0">
                <a:pos x="connisteX754" y="connsiteY754"/>
              </a:cxn>
              <a:cxn ang="0">
                <a:pos x="connisteX755" y="connsiteY755"/>
              </a:cxn>
              <a:cxn ang="0">
                <a:pos x="connisteX756" y="connsiteY756"/>
              </a:cxn>
              <a:cxn ang="0">
                <a:pos x="connisteX757" y="connsiteY757"/>
              </a:cxn>
              <a:cxn ang="0">
                <a:pos x="connisteX758" y="connsiteY758"/>
              </a:cxn>
              <a:cxn ang="0">
                <a:pos x="connisteX759" y="connsiteY759"/>
              </a:cxn>
              <a:cxn ang="0">
                <a:pos x="connisteX760" y="connsiteY760"/>
              </a:cxn>
              <a:cxn ang="0">
                <a:pos x="connisteX761" y="connsiteY761"/>
              </a:cxn>
              <a:cxn ang="0">
                <a:pos x="connisteX762" y="connsiteY762"/>
              </a:cxn>
              <a:cxn ang="0">
                <a:pos x="connisteX763" y="connsiteY763"/>
              </a:cxn>
              <a:cxn ang="0">
                <a:pos x="connisteX764" y="connsiteY764"/>
              </a:cxn>
              <a:cxn ang="0">
                <a:pos x="connisteX765" y="connsiteY765"/>
              </a:cxn>
              <a:cxn ang="0">
                <a:pos x="connisteX766" y="connsiteY766"/>
              </a:cxn>
              <a:cxn ang="0">
                <a:pos x="connisteX767" y="connsiteY767"/>
              </a:cxn>
              <a:cxn ang="0">
                <a:pos x="connisteX768" y="connsiteY768"/>
              </a:cxn>
              <a:cxn ang="0">
                <a:pos x="connisteX769" y="connsiteY769"/>
              </a:cxn>
              <a:cxn ang="0">
                <a:pos x="connisteX770" y="connsiteY770"/>
              </a:cxn>
              <a:cxn ang="0">
                <a:pos x="connisteX771" y="connsiteY771"/>
              </a:cxn>
              <a:cxn ang="0">
                <a:pos x="connisteX772" y="connsiteY772"/>
              </a:cxn>
              <a:cxn ang="0">
                <a:pos x="connisteX773" y="connsiteY773"/>
              </a:cxn>
              <a:cxn ang="0">
                <a:pos x="connisteX774" y="connsiteY774"/>
              </a:cxn>
              <a:cxn ang="0">
                <a:pos x="connisteX775" y="connsiteY775"/>
              </a:cxn>
              <a:cxn ang="0">
                <a:pos x="connisteX776" y="connsiteY776"/>
              </a:cxn>
              <a:cxn ang="0">
                <a:pos x="connisteX777" y="connsiteY777"/>
              </a:cxn>
              <a:cxn ang="0">
                <a:pos x="connisteX778" y="connsiteY778"/>
              </a:cxn>
              <a:cxn ang="0">
                <a:pos x="connisteX779" y="connsiteY779"/>
              </a:cxn>
              <a:cxn ang="0">
                <a:pos x="connisteX780" y="connsiteY780"/>
              </a:cxn>
              <a:cxn ang="0">
                <a:pos x="connisteX781" y="connsiteY781"/>
              </a:cxn>
              <a:cxn ang="0">
                <a:pos x="connisteX782" y="connsiteY782"/>
              </a:cxn>
              <a:cxn ang="0">
                <a:pos x="connisteX783" y="connsiteY783"/>
              </a:cxn>
              <a:cxn ang="0">
                <a:pos x="connisteX784" y="connsiteY784"/>
              </a:cxn>
              <a:cxn ang="0">
                <a:pos x="connisteX785" y="connsiteY785"/>
              </a:cxn>
              <a:cxn ang="0">
                <a:pos x="connisteX786" y="connsiteY786"/>
              </a:cxn>
              <a:cxn ang="0">
                <a:pos x="connisteX787" y="connsiteY787"/>
              </a:cxn>
              <a:cxn ang="0">
                <a:pos x="connisteX788" y="connsiteY788"/>
              </a:cxn>
              <a:cxn ang="0">
                <a:pos x="connisteX789" y="connsiteY789"/>
              </a:cxn>
              <a:cxn ang="0">
                <a:pos x="connisteX790" y="connsiteY790"/>
              </a:cxn>
              <a:cxn ang="0">
                <a:pos x="connisteX791" y="connsiteY791"/>
              </a:cxn>
              <a:cxn ang="0">
                <a:pos x="connisteX792" y="connsiteY792"/>
              </a:cxn>
              <a:cxn ang="0">
                <a:pos x="connisteX793" y="connsiteY793"/>
              </a:cxn>
              <a:cxn ang="0">
                <a:pos x="connisteX794" y="connsiteY794"/>
              </a:cxn>
              <a:cxn ang="0">
                <a:pos x="connisteX795" y="connsiteY795"/>
              </a:cxn>
              <a:cxn ang="0">
                <a:pos x="connisteX796" y="connsiteY796"/>
              </a:cxn>
              <a:cxn ang="0">
                <a:pos x="connisteX797" y="connsiteY797"/>
              </a:cxn>
              <a:cxn ang="0">
                <a:pos x="connisteX798" y="connsiteY798"/>
              </a:cxn>
              <a:cxn ang="0">
                <a:pos x="connisteX799" y="connsiteY799"/>
              </a:cxn>
              <a:cxn ang="0">
                <a:pos x="connisteX800" y="connsiteY800"/>
              </a:cxn>
              <a:cxn ang="0">
                <a:pos x="connisteX801" y="connsiteY801"/>
              </a:cxn>
              <a:cxn ang="0">
                <a:pos x="connisteX802" y="connsiteY802"/>
              </a:cxn>
              <a:cxn ang="0">
                <a:pos x="connisteX803" y="connsiteY803"/>
              </a:cxn>
              <a:cxn ang="0">
                <a:pos x="connisteX804" y="connsiteY804"/>
              </a:cxn>
              <a:cxn ang="0">
                <a:pos x="connisteX805" y="connsiteY805"/>
              </a:cxn>
              <a:cxn ang="0">
                <a:pos x="connisteX806" y="connsiteY806"/>
              </a:cxn>
              <a:cxn ang="0">
                <a:pos x="connisteX807" y="connsiteY807"/>
              </a:cxn>
              <a:cxn ang="0">
                <a:pos x="connisteX808" y="connsiteY808"/>
              </a:cxn>
              <a:cxn ang="0">
                <a:pos x="connisteX809" y="connsiteY809"/>
              </a:cxn>
              <a:cxn ang="0">
                <a:pos x="connisteX810" y="connsiteY810"/>
              </a:cxn>
              <a:cxn ang="0">
                <a:pos x="connisteX811" y="connsiteY811"/>
              </a:cxn>
              <a:cxn ang="0">
                <a:pos x="connisteX812" y="connsiteY812"/>
              </a:cxn>
              <a:cxn ang="0">
                <a:pos x="connisteX813" y="connsiteY813"/>
              </a:cxn>
              <a:cxn ang="0">
                <a:pos x="connisteX814" y="connsiteY814"/>
              </a:cxn>
              <a:cxn ang="0">
                <a:pos x="connisteX815" y="connsiteY815"/>
              </a:cxn>
              <a:cxn ang="0">
                <a:pos x="connisteX816" y="connsiteY816"/>
              </a:cxn>
              <a:cxn ang="0">
                <a:pos x="connisteX817" y="connsiteY817"/>
              </a:cxn>
              <a:cxn ang="0">
                <a:pos x="connisteX818" y="connsiteY818"/>
              </a:cxn>
              <a:cxn ang="0">
                <a:pos x="connisteX819" y="connsiteY819"/>
              </a:cxn>
              <a:cxn ang="0">
                <a:pos x="connisteX820" y="connsiteY820"/>
              </a:cxn>
              <a:cxn ang="0">
                <a:pos x="connisteX821" y="connsiteY821"/>
              </a:cxn>
              <a:cxn ang="0">
                <a:pos x="connisteX822" y="connsiteY822"/>
              </a:cxn>
              <a:cxn ang="0">
                <a:pos x="connisteX823" y="connsiteY823"/>
              </a:cxn>
              <a:cxn ang="0">
                <a:pos x="connisteX824" y="connsiteY824"/>
              </a:cxn>
              <a:cxn ang="0">
                <a:pos x="connisteX825" y="connsiteY825"/>
              </a:cxn>
              <a:cxn ang="0">
                <a:pos x="connisteX826" y="connsiteY826"/>
              </a:cxn>
              <a:cxn ang="0">
                <a:pos x="connisteX827" y="connsiteY827"/>
              </a:cxn>
              <a:cxn ang="0">
                <a:pos x="connisteX828" y="connsiteY828"/>
              </a:cxn>
              <a:cxn ang="0">
                <a:pos x="connisteX829" y="connsiteY829"/>
              </a:cxn>
              <a:cxn ang="0">
                <a:pos x="connisteX830" y="connsiteY830"/>
              </a:cxn>
              <a:cxn ang="0">
                <a:pos x="connisteX831" y="connsiteY831"/>
              </a:cxn>
              <a:cxn ang="0">
                <a:pos x="connisteX832" y="connsiteY832"/>
              </a:cxn>
              <a:cxn ang="0">
                <a:pos x="connisteX833" y="connsiteY833"/>
              </a:cxn>
              <a:cxn ang="0">
                <a:pos x="connisteX834" y="connsiteY834"/>
              </a:cxn>
              <a:cxn ang="0">
                <a:pos x="connisteX835" y="connsiteY835"/>
              </a:cxn>
              <a:cxn ang="0">
                <a:pos x="connisteX836" y="connsiteY836"/>
              </a:cxn>
              <a:cxn ang="0">
                <a:pos x="connisteX837" y="connsiteY837"/>
              </a:cxn>
              <a:cxn ang="0">
                <a:pos x="connisteX838" y="connsiteY838"/>
              </a:cxn>
              <a:cxn ang="0">
                <a:pos x="connisteX839" y="connsiteY839"/>
              </a:cxn>
              <a:cxn ang="0">
                <a:pos x="connisteX840" y="connsiteY840"/>
              </a:cxn>
              <a:cxn ang="0">
                <a:pos x="connisteX841" y="connsiteY841"/>
              </a:cxn>
              <a:cxn ang="0">
                <a:pos x="connisteX842" y="connsiteY842"/>
              </a:cxn>
              <a:cxn ang="0">
                <a:pos x="connisteX843" y="connsiteY843"/>
              </a:cxn>
              <a:cxn ang="0">
                <a:pos x="connisteX844" y="connsiteY844"/>
              </a:cxn>
              <a:cxn ang="0">
                <a:pos x="connisteX845" y="connsiteY845"/>
              </a:cxn>
              <a:cxn ang="0">
                <a:pos x="connisteX846" y="connsiteY846"/>
              </a:cxn>
              <a:cxn ang="0">
                <a:pos x="connisteX847" y="connsiteY847"/>
              </a:cxn>
              <a:cxn ang="0">
                <a:pos x="connisteX848" y="connsiteY848"/>
              </a:cxn>
              <a:cxn ang="0">
                <a:pos x="connisteX849" y="connsiteY849"/>
              </a:cxn>
              <a:cxn ang="0">
                <a:pos x="connisteX850" y="connsiteY850"/>
              </a:cxn>
              <a:cxn ang="0">
                <a:pos x="connisteX851" y="connsiteY851"/>
              </a:cxn>
              <a:cxn ang="0">
                <a:pos x="connisteX852" y="connsiteY852"/>
              </a:cxn>
              <a:cxn ang="0">
                <a:pos x="connisteX853" y="connsiteY853"/>
              </a:cxn>
              <a:cxn ang="0">
                <a:pos x="connisteX854" y="connsiteY854"/>
              </a:cxn>
              <a:cxn ang="0">
                <a:pos x="connisteX855" y="connsiteY855"/>
              </a:cxn>
              <a:cxn ang="0">
                <a:pos x="connisteX856" y="connsiteY856"/>
              </a:cxn>
              <a:cxn ang="0">
                <a:pos x="connisteX857" y="connsiteY857"/>
              </a:cxn>
              <a:cxn ang="0">
                <a:pos x="connisteX858" y="connsiteY858"/>
              </a:cxn>
              <a:cxn ang="0">
                <a:pos x="connisteX859" y="connsiteY859"/>
              </a:cxn>
              <a:cxn ang="0">
                <a:pos x="connisteX860" y="connsiteY860"/>
              </a:cxn>
              <a:cxn ang="0">
                <a:pos x="connisteX861" y="connsiteY861"/>
              </a:cxn>
              <a:cxn ang="0">
                <a:pos x="connisteX862" y="connsiteY862"/>
              </a:cxn>
              <a:cxn ang="0">
                <a:pos x="connisteX863" y="connsiteY863"/>
              </a:cxn>
              <a:cxn ang="0">
                <a:pos x="connisteX864" y="connsiteY864"/>
              </a:cxn>
              <a:cxn ang="0">
                <a:pos x="connisteX865" y="connsiteY865"/>
              </a:cxn>
              <a:cxn ang="0">
                <a:pos x="connisteX866" y="connsiteY866"/>
              </a:cxn>
              <a:cxn ang="0">
                <a:pos x="connisteX867" y="connsiteY867"/>
              </a:cxn>
              <a:cxn ang="0">
                <a:pos x="connisteX868" y="connsiteY868"/>
              </a:cxn>
              <a:cxn ang="0">
                <a:pos x="connisteX869" y="connsiteY869"/>
              </a:cxn>
              <a:cxn ang="0">
                <a:pos x="connisteX870" y="connsiteY870"/>
              </a:cxn>
              <a:cxn ang="0">
                <a:pos x="connisteX871" y="connsiteY871"/>
              </a:cxn>
              <a:cxn ang="0">
                <a:pos x="connisteX872" y="connsiteY872"/>
              </a:cxn>
              <a:cxn ang="0">
                <a:pos x="connisteX873" y="connsiteY873"/>
              </a:cxn>
              <a:cxn ang="0">
                <a:pos x="connisteX874" y="connsiteY874"/>
              </a:cxn>
              <a:cxn ang="0">
                <a:pos x="connisteX875" y="connsiteY875"/>
              </a:cxn>
              <a:cxn ang="0">
                <a:pos x="connisteX876" y="connsiteY876"/>
              </a:cxn>
              <a:cxn ang="0">
                <a:pos x="connisteX877" y="connsiteY877"/>
              </a:cxn>
              <a:cxn ang="0">
                <a:pos x="connisteX878" y="connsiteY878"/>
              </a:cxn>
              <a:cxn ang="0">
                <a:pos x="connisteX879" y="connsiteY879"/>
              </a:cxn>
              <a:cxn ang="0">
                <a:pos x="connisteX880" y="connsiteY880"/>
              </a:cxn>
              <a:cxn ang="0">
                <a:pos x="connisteX881" y="connsiteY881"/>
              </a:cxn>
              <a:cxn ang="0">
                <a:pos x="connisteX882" y="connsiteY882"/>
              </a:cxn>
              <a:cxn ang="0">
                <a:pos x="connisteX883" y="connsiteY883"/>
              </a:cxn>
              <a:cxn ang="0">
                <a:pos x="connisteX884" y="connsiteY884"/>
              </a:cxn>
              <a:cxn ang="0">
                <a:pos x="connisteX885" y="connsiteY885"/>
              </a:cxn>
              <a:cxn ang="0">
                <a:pos x="connisteX886" y="connsiteY886"/>
              </a:cxn>
              <a:cxn ang="0">
                <a:pos x="connisteX887" y="connsiteY887"/>
              </a:cxn>
              <a:cxn ang="0">
                <a:pos x="connisteX888" y="connsiteY888"/>
              </a:cxn>
              <a:cxn ang="0">
                <a:pos x="connisteX889" y="connsiteY889"/>
              </a:cxn>
              <a:cxn ang="0">
                <a:pos x="connisteX890" y="connsiteY890"/>
              </a:cxn>
              <a:cxn ang="0">
                <a:pos x="connisteX891" y="connsiteY891"/>
              </a:cxn>
              <a:cxn ang="0">
                <a:pos x="connisteX892" y="connsiteY892"/>
              </a:cxn>
              <a:cxn ang="0">
                <a:pos x="connisteX893" y="connsiteY893"/>
              </a:cxn>
              <a:cxn ang="0">
                <a:pos x="connisteX894" y="connsiteY894"/>
              </a:cxn>
              <a:cxn ang="0">
                <a:pos x="connisteX895" y="connsiteY895"/>
              </a:cxn>
              <a:cxn ang="0">
                <a:pos x="connisteX896" y="connsiteY896"/>
              </a:cxn>
              <a:cxn ang="0">
                <a:pos x="connisteX897" y="connsiteY897"/>
              </a:cxn>
              <a:cxn ang="0">
                <a:pos x="connisteX898" y="connsiteY898"/>
              </a:cxn>
              <a:cxn ang="0">
                <a:pos x="connisteX899" y="connsiteY899"/>
              </a:cxn>
              <a:cxn ang="0">
                <a:pos x="connisteX900" y="connsiteY900"/>
              </a:cxn>
              <a:cxn ang="0">
                <a:pos x="connisteX901" y="connsiteY901"/>
              </a:cxn>
              <a:cxn ang="0">
                <a:pos x="connisteX902" y="connsiteY902"/>
              </a:cxn>
              <a:cxn ang="0">
                <a:pos x="connisteX903" y="connsiteY903"/>
              </a:cxn>
              <a:cxn ang="0">
                <a:pos x="connisteX904" y="connsiteY904"/>
              </a:cxn>
              <a:cxn ang="0">
                <a:pos x="connisteX905" y="connsiteY905"/>
              </a:cxn>
              <a:cxn ang="0">
                <a:pos x="connisteX906" y="connsiteY906"/>
              </a:cxn>
              <a:cxn ang="0">
                <a:pos x="connisteX907" y="connsiteY907"/>
              </a:cxn>
              <a:cxn ang="0">
                <a:pos x="connisteX908" y="connsiteY908"/>
              </a:cxn>
              <a:cxn ang="0">
                <a:pos x="connisteX909" y="connsiteY909"/>
              </a:cxn>
              <a:cxn ang="0">
                <a:pos x="connisteX910" y="connsiteY910"/>
              </a:cxn>
              <a:cxn ang="0">
                <a:pos x="connisteX911" y="connsiteY911"/>
              </a:cxn>
              <a:cxn ang="0">
                <a:pos x="connisteX912" y="connsiteY912"/>
              </a:cxn>
              <a:cxn ang="0">
                <a:pos x="connisteX913" y="connsiteY913"/>
              </a:cxn>
              <a:cxn ang="0">
                <a:pos x="connisteX914" y="connsiteY914"/>
              </a:cxn>
              <a:cxn ang="0">
                <a:pos x="connisteX915" y="connsiteY915"/>
              </a:cxn>
              <a:cxn ang="0">
                <a:pos x="connisteX916" y="connsiteY916"/>
              </a:cxn>
              <a:cxn ang="0">
                <a:pos x="connisteX917" y="connsiteY917"/>
              </a:cxn>
              <a:cxn ang="0">
                <a:pos x="connisteX918" y="connsiteY918"/>
              </a:cxn>
              <a:cxn ang="0">
                <a:pos x="connisteX919" y="connsiteY919"/>
              </a:cxn>
              <a:cxn ang="0">
                <a:pos x="connisteX920" y="connsiteY920"/>
              </a:cxn>
              <a:cxn ang="0">
                <a:pos x="connisteX921" y="connsiteY921"/>
              </a:cxn>
              <a:cxn ang="0">
                <a:pos x="connisteX922" y="connsiteY922"/>
              </a:cxn>
              <a:cxn ang="0">
                <a:pos x="connisteX923" y="connsiteY923"/>
              </a:cxn>
              <a:cxn ang="0">
                <a:pos x="connisteX924" y="connsiteY924"/>
              </a:cxn>
              <a:cxn ang="0">
                <a:pos x="connisteX925" y="connsiteY925"/>
              </a:cxn>
              <a:cxn ang="0">
                <a:pos x="connisteX926" y="connsiteY926"/>
              </a:cxn>
              <a:cxn ang="0">
                <a:pos x="connisteX927" y="connsiteY927"/>
              </a:cxn>
              <a:cxn ang="0">
                <a:pos x="connisteX928" y="connsiteY928"/>
              </a:cxn>
              <a:cxn ang="0">
                <a:pos x="connisteX929" y="connsiteY929"/>
              </a:cxn>
              <a:cxn ang="0">
                <a:pos x="connisteX930" y="connsiteY930"/>
              </a:cxn>
              <a:cxn ang="0">
                <a:pos x="connisteX931" y="connsiteY931"/>
              </a:cxn>
              <a:cxn ang="0">
                <a:pos x="connisteX932" y="connsiteY932"/>
              </a:cxn>
              <a:cxn ang="0">
                <a:pos x="connisteX933" y="connsiteY933"/>
              </a:cxn>
              <a:cxn ang="0">
                <a:pos x="connisteX934" y="connsiteY934"/>
              </a:cxn>
              <a:cxn ang="0">
                <a:pos x="connisteX935" y="connsiteY935"/>
              </a:cxn>
              <a:cxn ang="0">
                <a:pos x="connisteX936" y="connsiteY936"/>
              </a:cxn>
              <a:cxn ang="0">
                <a:pos x="connisteX937" y="connsiteY937"/>
              </a:cxn>
              <a:cxn ang="0">
                <a:pos x="connisteX938" y="connsiteY938"/>
              </a:cxn>
              <a:cxn ang="0">
                <a:pos x="connisteX939" y="connsiteY939"/>
              </a:cxn>
              <a:cxn ang="0">
                <a:pos x="connisteX940" y="connsiteY940"/>
              </a:cxn>
              <a:cxn ang="0">
                <a:pos x="connisteX941" y="connsiteY941"/>
              </a:cxn>
              <a:cxn ang="0">
                <a:pos x="connisteX942" y="connsiteY942"/>
              </a:cxn>
              <a:cxn ang="0">
                <a:pos x="connisteX943" y="connsiteY943"/>
              </a:cxn>
              <a:cxn ang="0">
                <a:pos x="connisteX944" y="connsiteY944"/>
              </a:cxn>
              <a:cxn ang="0">
                <a:pos x="connisteX945" y="connsiteY945"/>
              </a:cxn>
              <a:cxn ang="0">
                <a:pos x="connisteX946" y="connsiteY946"/>
              </a:cxn>
              <a:cxn ang="0">
                <a:pos x="connisteX947" y="connsiteY947"/>
              </a:cxn>
              <a:cxn ang="0">
                <a:pos x="connisteX948" y="connsiteY948"/>
              </a:cxn>
              <a:cxn ang="0">
                <a:pos x="connisteX949" y="connsiteY949"/>
              </a:cxn>
              <a:cxn ang="0">
                <a:pos x="connisteX950" y="connsiteY950"/>
              </a:cxn>
              <a:cxn ang="0">
                <a:pos x="connisteX951" y="connsiteY951"/>
              </a:cxn>
              <a:cxn ang="0">
                <a:pos x="connisteX952" y="connsiteY952"/>
              </a:cxn>
              <a:cxn ang="0">
                <a:pos x="connisteX953" y="connsiteY953"/>
              </a:cxn>
              <a:cxn ang="0">
                <a:pos x="connisteX954" y="connsiteY954"/>
              </a:cxn>
              <a:cxn ang="0">
                <a:pos x="connisteX955" y="connsiteY955"/>
              </a:cxn>
              <a:cxn ang="0">
                <a:pos x="connisteX956" y="connsiteY956"/>
              </a:cxn>
              <a:cxn ang="0">
                <a:pos x="connisteX957" y="connsiteY957"/>
              </a:cxn>
              <a:cxn ang="0">
                <a:pos x="connisteX958" y="connsiteY958"/>
              </a:cxn>
              <a:cxn ang="0">
                <a:pos x="connisteX959" y="connsiteY959"/>
              </a:cxn>
              <a:cxn ang="0">
                <a:pos x="connisteX960" y="connsiteY960"/>
              </a:cxn>
              <a:cxn ang="0">
                <a:pos x="connisteX961" y="connsiteY961"/>
              </a:cxn>
              <a:cxn ang="0">
                <a:pos x="connisteX962" y="connsiteY962"/>
              </a:cxn>
              <a:cxn ang="0">
                <a:pos x="connisteX963" y="connsiteY963"/>
              </a:cxn>
              <a:cxn ang="0">
                <a:pos x="connisteX964" y="connsiteY964"/>
              </a:cxn>
              <a:cxn ang="0">
                <a:pos x="connisteX965" y="connsiteY965"/>
              </a:cxn>
              <a:cxn ang="0">
                <a:pos x="connisteX966" y="connsiteY966"/>
              </a:cxn>
              <a:cxn ang="0">
                <a:pos x="connisteX967" y="connsiteY967"/>
              </a:cxn>
              <a:cxn ang="0">
                <a:pos x="connisteX968" y="connsiteY968"/>
              </a:cxn>
              <a:cxn ang="0">
                <a:pos x="connisteX969" y="connsiteY969"/>
              </a:cxn>
              <a:cxn ang="0">
                <a:pos x="connisteX970" y="connsiteY970"/>
              </a:cxn>
              <a:cxn ang="0">
                <a:pos x="connisteX971" y="connsiteY971"/>
              </a:cxn>
              <a:cxn ang="0">
                <a:pos x="connisteX972" y="connsiteY972"/>
              </a:cxn>
              <a:cxn ang="0">
                <a:pos x="connisteX973" y="connsiteY973"/>
              </a:cxn>
              <a:cxn ang="0">
                <a:pos x="connisteX974" y="connsiteY974"/>
              </a:cxn>
              <a:cxn ang="0">
                <a:pos x="connisteX975" y="connsiteY975"/>
              </a:cxn>
              <a:cxn ang="0">
                <a:pos x="connisteX976" y="connsiteY976"/>
              </a:cxn>
              <a:cxn ang="0">
                <a:pos x="connisteX977" y="connsiteY977"/>
              </a:cxn>
              <a:cxn ang="0">
                <a:pos x="connisteX978" y="connsiteY978"/>
              </a:cxn>
              <a:cxn ang="0">
                <a:pos x="connisteX979" y="connsiteY979"/>
              </a:cxn>
              <a:cxn ang="0">
                <a:pos x="connisteX980" y="connsiteY980"/>
              </a:cxn>
              <a:cxn ang="0">
                <a:pos x="connisteX981" y="connsiteY981"/>
              </a:cxn>
              <a:cxn ang="0">
                <a:pos x="connisteX982" y="connsiteY982"/>
              </a:cxn>
              <a:cxn ang="0">
                <a:pos x="connisteX983" y="connsiteY983"/>
              </a:cxn>
              <a:cxn ang="0">
                <a:pos x="connisteX984" y="connsiteY984"/>
              </a:cxn>
              <a:cxn ang="0">
                <a:pos x="connisteX985" y="connsiteY985"/>
              </a:cxn>
              <a:cxn ang="0">
                <a:pos x="connisteX986" y="connsiteY986"/>
              </a:cxn>
              <a:cxn ang="0">
                <a:pos x="connisteX987" y="connsiteY987"/>
              </a:cxn>
              <a:cxn ang="0">
                <a:pos x="connisteX988" y="connsiteY988"/>
              </a:cxn>
              <a:cxn ang="0">
                <a:pos x="connisteX989" y="connsiteY989"/>
              </a:cxn>
              <a:cxn ang="0">
                <a:pos x="connisteX990" y="connsiteY990"/>
              </a:cxn>
              <a:cxn ang="0">
                <a:pos x="connisteX991" y="connsiteY991"/>
              </a:cxn>
              <a:cxn ang="0">
                <a:pos x="connisteX992" y="connsiteY992"/>
              </a:cxn>
              <a:cxn ang="0">
                <a:pos x="connisteX993" y="connsiteY993"/>
              </a:cxn>
              <a:cxn ang="0">
                <a:pos x="connisteX994" y="connsiteY994"/>
              </a:cxn>
              <a:cxn ang="0">
                <a:pos x="connisteX995" y="connsiteY995"/>
              </a:cxn>
              <a:cxn ang="0">
                <a:pos x="connisteX996" y="connsiteY996"/>
              </a:cxn>
              <a:cxn ang="0">
                <a:pos x="connisteX997" y="connsiteY997"/>
              </a:cxn>
              <a:cxn ang="0">
                <a:pos x="connisteX998" y="connsiteY998"/>
              </a:cxn>
              <a:cxn ang="0">
                <a:pos x="connisteX999" y="connsiteY999"/>
              </a:cxn>
              <a:cxn ang="0">
                <a:pos x="connisteX1000" y="connsiteY1000"/>
              </a:cxn>
              <a:cxn ang="0">
                <a:pos x="connisteX1001" y="connsiteY1001"/>
              </a:cxn>
              <a:cxn ang="0">
                <a:pos x="connisteX1002" y="connsiteY1002"/>
              </a:cxn>
              <a:cxn ang="0">
                <a:pos x="connisteX1003" y="connsiteY1003"/>
              </a:cxn>
              <a:cxn ang="0">
                <a:pos x="connisteX1004" y="connsiteY1004"/>
              </a:cxn>
              <a:cxn ang="0">
                <a:pos x="connisteX1005" y="connsiteY1005"/>
              </a:cxn>
              <a:cxn ang="0">
                <a:pos x="connisteX1006" y="connsiteY1006"/>
              </a:cxn>
              <a:cxn ang="0">
                <a:pos x="connisteX1007" y="connsiteY1007"/>
              </a:cxn>
              <a:cxn ang="0">
                <a:pos x="connisteX1008" y="connsiteY1008"/>
              </a:cxn>
              <a:cxn ang="0">
                <a:pos x="connisteX1009" y="connsiteY1009"/>
              </a:cxn>
              <a:cxn ang="0">
                <a:pos x="connisteX1010" y="connsiteY1010"/>
              </a:cxn>
              <a:cxn ang="0">
                <a:pos x="connisteX1011" y="connsiteY1011"/>
              </a:cxn>
              <a:cxn ang="0">
                <a:pos x="connisteX1012" y="connsiteY1012"/>
              </a:cxn>
              <a:cxn ang="0">
                <a:pos x="connisteX1013" y="connsiteY1013"/>
              </a:cxn>
              <a:cxn ang="0">
                <a:pos x="connisteX1014" y="connsiteY1014"/>
              </a:cxn>
              <a:cxn ang="0">
                <a:pos x="connisteX1015" y="connsiteY1015"/>
              </a:cxn>
              <a:cxn ang="0">
                <a:pos x="connisteX1016" y="connsiteY1016"/>
              </a:cxn>
              <a:cxn ang="0">
                <a:pos x="connisteX1017" y="connsiteY1017"/>
              </a:cxn>
              <a:cxn ang="0">
                <a:pos x="connisteX1018" y="connsiteY1018"/>
              </a:cxn>
              <a:cxn ang="0">
                <a:pos x="connisteX1019" y="connsiteY1019"/>
              </a:cxn>
              <a:cxn ang="0">
                <a:pos x="connisteX1020" y="connsiteY1020"/>
              </a:cxn>
              <a:cxn ang="0">
                <a:pos x="connisteX1021" y="connsiteY1021"/>
              </a:cxn>
              <a:cxn ang="0">
                <a:pos x="connisteX1022" y="connsiteY1022"/>
              </a:cxn>
              <a:cxn ang="0">
                <a:pos x="connisteX1023" y="connsiteY1023"/>
              </a:cxn>
              <a:cxn ang="0">
                <a:pos x="connisteX1024" y="connsiteY1024"/>
              </a:cxn>
              <a:cxn ang="0">
                <a:pos x="connisteX1025" y="connsiteY1025"/>
              </a:cxn>
              <a:cxn ang="0">
                <a:pos x="connisteX1026" y="connsiteY1026"/>
              </a:cxn>
              <a:cxn ang="0">
                <a:pos x="connisteX1027" y="connsiteY1027"/>
              </a:cxn>
              <a:cxn ang="0">
                <a:pos x="connisteX1028" y="connsiteY1028"/>
              </a:cxn>
              <a:cxn ang="0">
                <a:pos x="connisteX1029" y="connsiteY1029"/>
              </a:cxn>
              <a:cxn ang="0">
                <a:pos x="connisteX1030" y="connsiteY1030"/>
              </a:cxn>
              <a:cxn ang="0">
                <a:pos x="connisteX1031" y="connsiteY1031"/>
              </a:cxn>
              <a:cxn ang="0">
                <a:pos x="connisteX1032" y="connsiteY1032"/>
              </a:cxn>
              <a:cxn ang="0">
                <a:pos x="connisteX1033" y="connsiteY1033"/>
              </a:cxn>
              <a:cxn ang="0">
                <a:pos x="connisteX1034" y="connsiteY1034"/>
              </a:cxn>
              <a:cxn ang="0">
                <a:pos x="connisteX1035" y="connsiteY1035"/>
              </a:cxn>
              <a:cxn ang="0">
                <a:pos x="connisteX1036" y="connsiteY1036"/>
              </a:cxn>
              <a:cxn ang="0">
                <a:pos x="connisteX1037" y="connsiteY1037"/>
              </a:cxn>
              <a:cxn ang="0">
                <a:pos x="connisteX1038" y="connsiteY1038"/>
              </a:cxn>
              <a:cxn ang="0">
                <a:pos x="connisteX1039" y="connsiteY1039"/>
              </a:cxn>
              <a:cxn ang="0">
                <a:pos x="connisteX1040" y="connsiteY1040"/>
              </a:cxn>
              <a:cxn ang="0">
                <a:pos x="connisteX1041" y="connsiteY1041"/>
              </a:cxn>
              <a:cxn ang="0">
                <a:pos x="connisteX1042" y="connsiteY1042"/>
              </a:cxn>
              <a:cxn ang="0">
                <a:pos x="connisteX1043" y="connsiteY1043"/>
              </a:cxn>
              <a:cxn ang="0">
                <a:pos x="connisteX1044" y="connsiteY1044"/>
              </a:cxn>
              <a:cxn ang="0">
                <a:pos x="connisteX1045" y="connsiteY1045"/>
              </a:cxn>
              <a:cxn ang="0">
                <a:pos x="connisteX1046" y="connsiteY1046"/>
              </a:cxn>
              <a:cxn ang="0">
                <a:pos x="connisteX1047" y="connsiteY1047"/>
              </a:cxn>
              <a:cxn ang="0">
                <a:pos x="connisteX1048" y="connsiteY1048"/>
              </a:cxn>
              <a:cxn ang="0">
                <a:pos x="connisteX1049" y="connsiteY1049"/>
              </a:cxn>
              <a:cxn ang="0">
                <a:pos x="connisteX1050" y="connsiteY1050"/>
              </a:cxn>
              <a:cxn ang="0">
                <a:pos x="connisteX1051" y="connsiteY1051"/>
              </a:cxn>
              <a:cxn ang="0">
                <a:pos x="connisteX1052" y="connsiteY1052"/>
              </a:cxn>
              <a:cxn ang="0">
                <a:pos x="connisteX1053" y="connsiteY1053"/>
              </a:cxn>
              <a:cxn ang="0">
                <a:pos x="connisteX1054" y="connsiteY1054"/>
              </a:cxn>
              <a:cxn ang="0">
                <a:pos x="connisteX1055" y="connsiteY1055"/>
              </a:cxn>
              <a:cxn ang="0">
                <a:pos x="connisteX1056" y="connsiteY1056"/>
              </a:cxn>
              <a:cxn ang="0">
                <a:pos x="connisteX1057" y="connsiteY1057"/>
              </a:cxn>
              <a:cxn ang="0">
                <a:pos x="connisteX1058" y="connsiteY1058"/>
              </a:cxn>
              <a:cxn ang="0">
                <a:pos x="connisteX1059" y="connsiteY1059"/>
              </a:cxn>
              <a:cxn ang="0">
                <a:pos x="connisteX1060" y="connsiteY1060"/>
              </a:cxn>
              <a:cxn ang="0">
                <a:pos x="connisteX1061" y="connsiteY1061"/>
              </a:cxn>
              <a:cxn ang="0">
                <a:pos x="connisteX1062" y="connsiteY1062"/>
              </a:cxn>
              <a:cxn ang="0">
                <a:pos x="connisteX1063" y="connsiteY1063"/>
              </a:cxn>
              <a:cxn ang="0">
                <a:pos x="connisteX1064" y="connsiteY1064"/>
              </a:cxn>
              <a:cxn ang="0">
                <a:pos x="connisteX1065" y="connsiteY1065"/>
              </a:cxn>
              <a:cxn ang="0">
                <a:pos x="connisteX1066" y="connsiteY1066"/>
              </a:cxn>
              <a:cxn ang="0">
                <a:pos x="connisteX1067" y="connsiteY1067"/>
              </a:cxn>
              <a:cxn ang="0">
                <a:pos x="connisteX1068" y="connsiteY1068"/>
              </a:cxn>
              <a:cxn ang="0">
                <a:pos x="connisteX1069" y="connsiteY1069"/>
              </a:cxn>
              <a:cxn ang="0">
                <a:pos x="connisteX1070" y="connsiteY1070"/>
              </a:cxn>
              <a:cxn ang="0">
                <a:pos x="connisteX1071" y="connsiteY1071"/>
              </a:cxn>
              <a:cxn ang="0">
                <a:pos x="connisteX1072" y="connsiteY1072"/>
              </a:cxn>
              <a:cxn ang="0">
                <a:pos x="connisteX1073" y="connsiteY1073"/>
              </a:cxn>
              <a:cxn ang="0">
                <a:pos x="connisteX1074" y="connsiteY1074"/>
              </a:cxn>
              <a:cxn ang="0">
                <a:pos x="connisteX1075" y="connsiteY1075"/>
              </a:cxn>
              <a:cxn ang="0">
                <a:pos x="connisteX1076" y="connsiteY1076"/>
              </a:cxn>
              <a:cxn ang="0">
                <a:pos x="connisteX1077" y="connsiteY1077"/>
              </a:cxn>
              <a:cxn ang="0">
                <a:pos x="connisteX1078" y="connsiteY1078"/>
              </a:cxn>
              <a:cxn ang="0">
                <a:pos x="connisteX1079" y="connsiteY1079"/>
              </a:cxn>
              <a:cxn ang="0">
                <a:pos x="connisteX1080" y="connsiteY1080"/>
              </a:cxn>
              <a:cxn ang="0">
                <a:pos x="connisteX1081" y="connsiteY1081"/>
              </a:cxn>
              <a:cxn ang="0">
                <a:pos x="connisteX1082" y="connsiteY1082"/>
              </a:cxn>
              <a:cxn ang="0">
                <a:pos x="connisteX1083" y="connsiteY1083"/>
              </a:cxn>
              <a:cxn ang="0">
                <a:pos x="connisteX1084" y="connsiteY1084"/>
              </a:cxn>
              <a:cxn ang="0">
                <a:pos x="connisteX1085" y="connsiteY1085"/>
              </a:cxn>
              <a:cxn ang="0">
                <a:pos x="connisteX1086" y="connsiteY1086"/>
              </a:cxn>
              <a:cxn ang="0">
                <a:pos x="connisteX1087" y="connsiteY1087"/>
              </a:cxn>
              <a:cxn ang="0">
                <a:pos x="connisteX1088" y="connsiteY1088"/>
              </a:cxn>
              <a:cxn ang="0">
                <a:pos x="connisteX1089" y="connsiteY1089"/>
              </a:cxn>
              <a:cxn ang="0">
                <a:pos x="connisteX1090" y="connsiteY1090"/>
              </a:cxn>
              <a:cxn ang="0">
                <a:pos x="connisteX1091" y="connsiteY1091"/>
              </a:cxn>
              <a:cxn ang="0">
                <a:pos x="connisteX1092" y="connsiteY1092"/>
              </a:cxn>
              <a:cxn ang="0">
                <a:pos x="connisteX1093" y="connsiteY1093"/>
              </a:cxn>
              <a:cxn ang="0">
                <a:pos x="connisteX1094" y="connsiteY1094"/>
              </a:cxn>
            </a:cxnLst>
            <a:rect l="l" t="t" r="r" b="b"/>
            <a:pathLst>
              <a:path w="13020040" h="8684260">
                <a:moveTo>
                  <a:pt x="1188720" y="1026160"/>
                </a:moveTo>
                <a:lnTo>
                  <a:pt x="1144905" y="1091565"/>
                </a:lnTo>
                <a:lnTo>
                  <a:pt x="1101090" y="1156970"/>
                </a:lnTo>
                <a:lnTo>
                  <a:pt x="1079500" y="1255395"/>
                </a:lnTo>
                <a:lnTo>
                  <a:pt x="1035685" y="1364615"/>
                </a:lnTo>
                <a:lnTo>
                  <a:pt x="1024890" y="1430020"/>
                </a:lnTo>
                <a:lnTo>
                  <a:pt x="991870" y="1495425"/>
                </a:lnTo>
                <a:lnTo>
                  <a:pt x="970280" y="1583055"/>
                </a:lnTo>
                <a:lnTo>
                  <a:pt x="948690" y="1648460"/>
                </a:lnTo>
                <a:lnTo>
                  <a:pt x="926465" y="1746885"/>
                </a:lnTo>
                <a:lnTo>
                  <a:pt x="904875" y="1812290"/>
                </a:lnTo>
                <a:lnTo>
                  <a:pt x="904875" y="1899920"/>
                </a:lnTo>
                <a:lnTo>
                  <a:pt x="882650" y="1998345"/>
                </a:lnTo>
                <a:lnTo>
                  <a:pt x="882650" y="2096770"/>
                </a:lnTo>
                <a:lnTo>
                  <a:pt x="882650" y="2183765"/>
                </a:lnTo>
                <a:lnTo>
                  <a:pt x="882650" y="2271395"/>
                </a:lnTo>
                <a:lnTo>
                  <a:pt x="882650" y="2369820"/>
                </a:lnTo>
                <a:lnTo>
                  <a:pt x="882650" y="2467610"/>
                </a:lnTo>
                <a:lnTo>
                  <a:pt x="882650" y="2555240"/>
                </a:lnTo>
                <a:lnTo>
                  <a:pt x="904875" y="2653665"/>
                </a:lnTo>
                <a:lnTo>
                  <a:pt x="904875" y="2795905"/>
                </a:lnTo>
                <a:lnTo>
                  <a:pt x="926465" y="2882900"/>
                </a:lnTo>
                <a:lnTo>
                  <a:pt x="926465" y="2981325"/>
                </a:lnTo>
                <a:lnTo>
                  <a:pt x="926465" y="3123565"/>
                </a:lnTo>
                <a:lnTo>
                  <a:pt x="926465" y="3210560"/>
                </a:lnTo>
                <a:lnTo>
                  <a:pt x="926465" y="3308985"/>
                </a:lnTo>
                <a:lnTo>
                  <a:pt x="926465" y="3440430"/>
                </a:lnTo>
                <a:lnTo>
                  <a:pt x="926465" y="3538855"/>
                </a:lnTo>
                <a:lnTo>
                  <a:pt x="904875" y="3636645"/>
                </a:lnTo>
                <a:lnTo>
                  <a:pt x="904875" y="3724275"/>
                </a:lnTo>
                <a:lnTo>
                  <a:pt x="882650" y="3822700"/>
                </a:lnTo>
                <a:lnTo>
                  <a:pt x="882650" y="3921125"/>
                </a:lnTo>
                <a:lnTo>
                  <a:pt x="882650" y="4008120"/>
                </a:lnTo>
                <a:lnTo>
                  <a:pt x="851535" y="4106545"/>
                </a:lnTo>
                <a:lnTo>
                  <a:pt x="851535" y="4171950"/>
                </a:lnTo>
                <a:lnTo>
                  <a:pt x="851535" y="4237990"/>
                </a:lnTo>
                <a:lnTo>
                  <a:pt x="851535" y="4324985"/>
                </a:lnTo>
                <a:lnTo>
                  <a:pt x="851535" y="4423410"/>
                </a:lnTo>
                <a:lnTo>
                  <a:pt x="871855" y="4488815"/>
                </a:lnTo>
                <a:lnTo>
                  <a:pt x="959485" y="4576445"/>
                </a:lnTo>
                <a:lnTo>
                  <a:pt x="1003300" y="4641850"/>
                </a:lnTo>
                <a:lnTo>
                  <a:pt x="1046480" y="4707255"/>
                </a:lnTo>
                <a:lnTo>
                  <a:pt x="1090295" y="4773295"/>
                </a:lnTo>
                <a:lnTo>
                  <a:pt x="1101090" y="4838700"/>
                </a:lnTo>
                <a:lnTo>
                  <a:pt x="1134110" y="4937125"/>
                </a:lnTo>
                <a:lnTo>
                  <a:pt x="1156335" y="5024120"/>
                </a:lnTo>
                <a:lnTo>
                  <a:pt x="1177925" y="5122545"/>
                </a:lnTo>
                <a:lnTo>
                  <a:pt x="1177925" y="5210175"/>
                </a:lnTo>
                <a:lnTo>
                  <a:pt x="1177925" y="5275580"/>
                </a:lnTo>
                <a:lnTo>
                  <a:pt x="1188720" y="5340985"/>
                </a:lnTo>
                <a:lnTo>
                  <a:pt x="1221740" y="5406390"/>
                </a:lnTo>
                <a:lnTo>
                  <a:pt x="1221740" y="5472430"/>
                </a:lnTo>
                <a:lnTo>
                  <a:pt x="1221740" y="5548630"/>
                </a:lnTo>
                <a:lnTo>
                  <a:pt x="1221740" y="5636260"/>
                </a:lnTo>
                <a:lnTo>
                  <a:pt x="1221740" y="5701665"/>
                </a:lnTo>
                <a:lnTo>
                  <a:pt x="1221740" y="5767070"/>
                </a:lnTo>
                <a:lnTo>
                  <a:pt x="1221740" y="5832475"/>
                </a:lnTo>
                <a:lnTo>
                  <a:pt x="1287145" y="5887085"/>
                </a:lnTo>
                <a:lnTo>
                  <a:pt x="1352550" y="5909310"/>
                </a:lnTo>
                <a:lnTo>
                  <a:pt x="1417955" y="5941695"/>
                </a:lnTo>
                <a:lnTo>
                  <a:pt x="1483995" y="5963920"/>
                </a:lnTo>
                <a:lnTo>
                  <a:pt x="1549400" y="5996305"/>
                </a:lnTo>
                <a:lnTo>
                  <a:pt x="1614805" y="6018530"/>
                </a:lnTo>
                <a:lnTo>
                  <a:pt x="1680210" y="6018530"/>
                </a:lnTo>
                <a:lnTo>
                  <a:pt x="1746250" y="6018530"/>
                </a:lnTo>
                <a:lnTo>
                  <a:pt x="1811655" y="6018530"/>
                </a:lnTo>
                <a:lnTo>
                  <a:pt x="1910080" y="5985510"/>
                </a:lnTo>
                <a:lnTo>
                  <a:pt x="2007870" y="5963920"/>
                </a:lnTo>
                <a:lnTo>
                  <a:pt x="2095500" y="5930900"/>
                </a:lnTo>
                <a:lnTo>
                  <a:pt x="2193925" y="5909310"/>
                </a:lnTo>
                <a:lnTo>
                  <a:pt x="2259330" y="5887085"/>
                </a:lnTo>
                <a:lnTo>
                  <a:pt x="2357755" y="5865495"/>
                </a:lnTo>
                <a:lnTo>
                  <a:pt x="2423160" y="5843905"/>
                </a:lnTo>
                <a:lnTo>
                  <a:pt x="2456180" y="5777865"/>
                </a:lnTo>
                <a:lnTo>
                  <a:pt x="2499995" y="5712460"/>
                </a:lnTo>
                <a:lnTo>
                  <a:pt x="2554605" y="5647055"/>
                </a:lnTo>
                <a:lnTo>
                  <a:pt x="2597785" y="5581650"/>
                </a:lnTo>
                <a:lnTo>
                  <a:pt x="2630805" y="5515610"/>
                </a:lnTo>
                <a:lnTo>
                  <a:pt x="2663825" y="5450205"/>
                </a:lnTo>
                <a:lnTo>
                  <a:pt x="2707640" y="5384800"/>
                </a:lnTo>
                <a:lnTo>
                  <a:pt x="2740025" y="5319395"/>
                </a:lnTo>
                <a:lnTo>
                  <a:pt x="2762250" y="5253990"/>
                </a:lnTo>
                <a:lnTo>
                  <a:pt x="2816860" y="5187950"/>
                </a:lnTo>
                <a:lnTo>
                  <a:pt x="2849245" y="5122545"/>
                </a:lnTo>
                <a:lnTo>
                  <a:pt x="2903855" y="5057140"/>
                </a:lnTo>
                <a:lnTo>
                  <a:pt x="2926080" y="4991735"/>
                </a:lnTo>
                <a:lnTo>
                  <a:pt x="2903855" y="4925695"/>
                </a:lnTo>
                <a:lnTo>
                  <a:pt x="2860040" y="4860290"/>
                </a:lnTo>
                <a:lnTo>
                  <a:pt x="2838450" y="4794885"/>
                </a:lnTo>
                <a:lnTo>
                  <a:pt x="2794635" y="4718685"/>
                </a:lnTo>
                <a:lnTo>
                  <a:pt x="2773045" y="4641850"/>
                </a:lnTo>
                <a:lnTo>
                  <a:pt x="2762250" y="4576445"/>
                </a:lnTo>
                <a:lnTo>
                  <a:pt x="2750820" y="4511040"/>
                </a:lnTo>
                <a:lnTo>
                  <a:pt x="2718435" y="4434205"/>
                </a:lnTo>
                <a:lnTo>
                  <a:pt x="2718435" y="4368800"/>
                </a:lnTo>
                <a:lnTo>
                  <a:pt x="2696210" y="4303395"/>
                </a:lnTo>
                <a:lnTo>
                  <a:pt x="2630805" y="4281170"/>
                </a:lnTo>
                <a:lnTo>
                  <a:pt x="2565400" y="4248785"/>
                </a:lnTo>
                <a:lnTo>
                  <a:pt x="2499995" y="4248785"/>
                </a:lnTo>
                <a:lnTo>
                  <a:pt x="2423160" y="4215765"/>
                </a:lnTo>
                <a:lnTo>
                  <a:pt x="2336165" y="4194175"/>
                </a:lnTo>
                <a:lnTo>
                  <a:pt x="2270125" y="4171950"/>
                </a:lnTo>
                <a:lnTo>
                  <a:pt x="2204720" y="4171950"/>
                </a:lnTo>
                <a:lnTo>
                  <a:pt x="2128520" y="4150360"/>
                </a:lnTo>
                <a:lnTo>
                  <a:pt x="2062480" y="4095750"/>
                </a:lnTo>
                <a:lnTo>
                  <a:pt x="2030095" y="4018915"/>
                </a:lnTo>
                <a:lnTo>
                  <a:pt x="1997075" y="3909695"/>
                </a:lnTo>
                <a:lnTo>
                  <a:pt x="1975485" y="3811905"/>
                </a:lnTo>
                <a:lnTo>
                  <a:pt x="1953260" y="3713480"/>
                </a:lnTo>
                <a:lnTo>
                  <a:pt x="1920875" y="3625850"/>
                </a:lnTo>
                <a:lnTo>
                  <a:pt x="1898650" y="3527425"/>
                </a:lnTo>
                <a:lnTo>
                  <a:pt x="1877060" y="3429000"/>
                </a:lnTo>
                <a:lnTo>
                  <a:pt x="1844040" y="3331210"/>
                </a:lnTo>
                <a:lnTo>
                  <a:pt x="1844040" y="3167380"/>
                </a:lnTo>
                <a:lnTo>
                  <a:pt x="1811655" y="3068955"/>
                </a:lnTo>
                <a:lnTo>
                  <a:pt x="1767840" y="2905125"/>
                </a:lnTo>
                <a:lnTo>
                  <a:pt x="1724025" y="2741295"/>
                </a:lnTo>
                <a:lnTo>
                  <a:pt x="1691640" y="2642870"/>
                </a:lnTo>
                <a:lnTo>
                  <a:pt x="1658620" y="2479040"/>
                </a:lnTo>
                <a:lnTo>
                  <a:pt x="1614805" y="2326005"/>
                </a:lnTo>
                <a:lnTo>
                  <a:pt x="1581785" y="2216785"/>
                </a:lnTo>
                <a:lnTo>
                  <a:pt x="1538605" y="2063750"/>
                </a:lnTo>
                <a:lnTo>
                  <a:pt x="1505585" y="1954530"/>
                </a:lnTo>
                <a:lnTo>
                  <a:pt x="1461770" y="1801495"/>
                </a:lnTo>
                <a:lnTo>
                  <a:pt x="1440180" y="1703070"/>
                </a:lnTo>
                <a:lnTo>
                  <a:pt x="1417955" y="1637665"/>
                </a:lnTo>
                <a:lnTo>
                  <a:pt x="1483995" y="1626870"/>
                </a:lnTo>
                <a:lnTo>
                  <a:pt x="1593215" y="1626870"/>
                </a:lnTo>
                <a:lnTo>
                  <a:pt x="1680210" y="1626870"/>
                </a:lnTo>
                <a:lnTo>
                  <a:pt x="1757045" y="1626870"/>
                </a:lnTo>
                <a:lnTo>
                  <a:pt x="1855470" y="1626870"/>
                </a:lnTo>
                <a:lnTo>
                  <a:pt x="1953260" y="1626870"/>
                </a:lnTo>
                <a:lnTo>
                  <a:pt x="2040890" y="1626870"/>
                </a:lnTo>
                <a:lnTo>
                  <a:pt x="2139315" y="1626870"/>
                </a:lnTo>
                <a:lnTo>
                  <a:pt x="2237740" y="1659255"/>
                </a:lnTo>
                <a:lnTo>
                  <a:pt x="2433955" y="1659255"/>
                </a:lnTo>
                <a:lnTo>
                  <a:pt x="2586990" y="1692275"/>
                </a:lnTo>
                <a:lnTo>
                  <a:pt x="2674620" y="1692275"/>
                </a:lnTo>
                <a:lnTo>
                  <a:pt x="2773045" y="1713865"/>
                </a:lnTo>
                <a:lnTo>
                  <a:pt x="2871470" y="1713865"/>
                </a:lnTo>
                <a:lnTo>
                  <a:pt x="2958465" y="1736090"/>
                </a:lnTo>
                <a:lnTo>
                  <a:pt x="3056890" y="1736090"/>
                </a:lnTo>
                <a:lnTo>
                  <a:pt x="3122295" y="1768475"/>
                </a:lnTo>
                <a:lnTo>
                  <a:pt x="3188335" y="1779905"/>
                </a:lnTo>
                <a:lnTo>
                  <a:pt x="3264535" y="1812290"/>
                </a:lnTo>
                <a:lnTo>
                  <a:pt x="3329940" y="1834515"/>
                </a:lnTo>
                <a:lnTo>
                  <a:pt x="3395345" y="1889125"/>
                </a:lnTo>
                <a:lnTo>
                  <a:pt x="3395345" y="1965325"/>
                </a:lnTo>
                <a:lnTo>
                  <a:pt x="3352165" y="2042160"/>
                </a:lnTo>
                <a:lnTo>
                  <a:pt x="3329940" y="2107565"/>
                </a:lnTo>
                <a:lnTo>
                  <a:pt x="3286125" y="2172970"/>
                </a:lnTo>
                <a:lnTo>
                  <a:pt x="3264535" y="2238375"/>
                </a:lnTo>
                <a:lnTo>
                  <a:pt x="3231515" y="2303780"/>
                </a:lnTo>
                <a:lnTo>
                  <a:pt x="3209925" y="2369820"/>
                </a:lnTo>
                <a:lnTo>
                  <a:pt x="3166110" y="2435225"/>
                </a:lnTo>
                <a:lnTo>
                  <a:pt x="3100705" y="2500630"/>
                </a:lnTo>
                <a:lnTo>
                  <a:pt x="3035300" y="2555240"/>
                </a:lnTo>
                <a:lnTo>
                  <a:pt x="2969260" y="2555240"/>
                </a:lnTo>
                <a:lnTo>
                  <a:pt x="2903855" y="2555240"/>
                </a:lnTo>
                <a:lnTo>
                  <a:pt x="2838450" y="2566035"/>
                </a:lnTo>
                <a:lnTo>
                  <a:pt x="2773045" y="2577465"/>
                </a:lnTo>
                <a:lnTo>
                  <a:pt x="2707640" y="2588260"/>
                </a:lnTo>
                <a:lnTo>
                  <a:pt x="2641600" y="2599055"/>
                </a:lnTo>
                <a:lnTo>
                  <a:pt x="2576195" y="2620645"/>
                </a:lnTo>
                <a:lnTo>
                  <a:pt x="2576195" y="2686685"/>
                </a:lnTo>
                <a:lnTo>
                  <a:pt x="2576195" y="2784475"/>
                </a:lnTo>
                <a:lnTo>
                  <a:pt x="2586990" y="2850515"/>
                </a:lnTo>
                <a:lnTo>
                  <a:pt x="2586990" y="2915920"/>
                </a:lnTo>
                <a:lnTo>
                  <a:pt x="2586990" y="2981325"/>
                </a:lnTo>
                <a:lnTo>
                  <a:pt x="2586990" y="3068955"/>
                </a:lnTo>
                <a:lnTo>
                  <a:pt x="2565400" y="3167380"/>
                </a:lnTo>
                <a:lnTo>
                  <a:pt x="2565400" y="3232785"/>
                </a:lnTo>
                <a:lnTo>
                  <a:pt x="2543175" y="3298190"/>
                </a:lnTo>
                <a:lnTo>
                  <a:pt x="2521585" y="3396615"/>
                </a:lnTo>
                <a:lnTo>
                  <a:pt x="2521585" y="3462020"/>
                </a:lnTo>
                <a:lnTo>
                  <a:pt x="2499995" y="3560445"/>
                </a:lnTo>
                <a:lnTo>
                  <a:pt x="2499995" y="3658870"/>
                </a:lnTo>
                <a:lnTo>
                  <a:pt x="2477770" y="3724275"/>
                </a:lnTo>
                <a:lnTo>
                  <a:pt x="2543175" y="3757295"/>
                </a:lnTo>
                <a:lnTo>
                  <a:pt x="2620010" y="3800475"/>
                </a:lnTo>
                <a:lnTo>
                  <a:pt x="2696210" y="3833495"/>
                </a:lnTo>
                <a:lnTo>
                  <a:pt x="2762250" y="3844290"/>
                </a:lnTo>
                <a:lnTo>
                  <a:pt x="2827655" y="3898900"/>
                </a:lnTo>
                <a:lnTo>
                  <a:pt x="2893060" y="3931920"/>
                </a:lnTo>
                <a:lnTo>
                  <a:pt x="2958465" y="3975735"/>
                </a:lnTo>
                <a:lnTo>
                  <a:pt x="3023870" y="3986530"/>
                </a:lnTo>
                <a:lnTo>
                  <a:pt x="3122295" y="3909695"/>
                </a:lnTo>
                <a:lnTo>
                  <a:pt x="3199130" y="3866515"/>
                </a:lnTo>
                <a:lnTo>
                  <a:pt x="3264535" y="3822700"/>
                </a:lnTo>
                <a:lnTo>
                  <a:pt x="3308350" y="3757295"/>
                </a:lnTo>
                <a:lnTo>
                  <a:pt x="3384550" y="3680460"/>
                </a:lnTo>
                <a:lnTo>
                  <a:pt x="3428365" y="3604260"/>
                </a:lnTo>
                <a:lnTo>
                  <a:pt x="3493770" y="3538855"/>
                </a:lnTo>
                <a:lnTo>
                  <a:pt x="3515995" y="3472815"/>
                </a:lnTo>
                <a:lnTo>
                  <a:pt x="3548380" y="3407410"/>
                </a:lnTo>
                <a:lnTo>
                  <a:pt x="3581400" y="3342005"/>
                </a:lnTo>
                <a:lnTo>
                  <a:pt x="3602990" y="3276600"/>
                </a:lnTo>
                <a:lnTo>
                  <a:pt x="3646805" y="3210560"/>
                </a:lnTo>
                <a:lnTo>
                  <a:pt x="3690620" y="3101340"/>
                </a:lnTo>
                <a:lnTo>
                  <a:pt x="3712210" y="3035935"/>
                </a:lnTo>
                <a:lnTo>
                  <a:pt x="3734435" y="2970530"/>
                </a:lnTo>
                <a:lnTo>
                  <a:pt x="3778250" y="2905125"/>
                </a:lnTo>
                <a:lnTo>
                  <a:pt x="3789045" y="2839085"/>
                </a:lnTo>
                <a:lnTo>
                  <a:pt x="3810635" y="2762885"/>
                </a:lnTo>
                <a:lnTo>
                  <a:pt x="3843655" y="2697480"/>
                </a:lnTo>
                <a:lnTo>
                  <a:pt x="3865245" y="2632075"/>
                </a:lnTo>
                <a:lnTo>
                  <a:pt x="3909060" y="2566035"/>
                </a:lnTo>
                <a:lnTo>
                  <a:pt x="3942080" y="2500630"/>
                </a:lnTo>
                <a:lnTo>
                  <a:pt x="3952875" y="2435225"/>
                </a:lnTo>
                <a:lnTo>
                  <a:pt x="3996690" y="2369820"/>
                </a:lnTo>
                <a:lnTo>
                  <a:pt x="4018280" y="2303780"/>
                </a:lnTo>
                <a:lnTo>
                  <a:pt x="4062095" y="2227580"/>
                </a:lnTo>
                <a:lnTo>
                  <a:pt x="4094480" y="2151380"/>
                </a:lnTo>
                <a:lnTo>
                  <a:pt x="4127500" y="2074545"/>
                </a:lnTo>
                <a:lnTo>
                  <a:pt x="4171315" y="2009140"/>
                </a:lnTo>
                <a:lnTo>
                  <a:pt x="4204335" y="1932305"/>
                </a:lnTo>
                <a:lnTo>
                  <a:pt x="4247515" y="1866900"/>
                </a:lnTo>
                <a:lnTo>
                  <a:pt x="4313555" y="1812290"/>
                </a:lnTo>
                <a:lnTo>
                  <a:pt x="4400550" y="1812290"/>
                </a:lnTo>
                <a:lnTo>
                  <a:pt x="4498975" y="1790700"/>
                </a:lnTo>
                <a:lnTo>
                  <a:pt x="4608195" y="1757680"/>
                </a:lnTo>
                <a:lnTo>
                  <a:pt x="4695825" y="1757680"/>
                </a:lnTo>
                <a:lnTo>
                  <a:pt x="4794250" y="1736090"/>
                </a:lnTo>
                <a:lnTo>
                  <a:pt x="4881245" y="1736090"/>
                </a:lnTo>
                <a:lnTo>
                  <a:pt x="4979670" y="1736090"/>
                </a:lnTo>
                <a:lnTo>
                  <a:pt x="5055870" y="1713865"/>
                </a:lnTo>
                <a:lnTo>
                  <a:pt x="5132705" y="1713865"/>
                </a:lnTo>
                <a:lnTo>
                  <a:pt x="5231130" y="1713865"/>
                </a:lnTo>
                <a:lnTo>
                  <a:pt x="5296535" y="1713865"/>
                </a:lnTo>
                <a:lnTo>
                  <a:pt x="5384165" y="1713865"/>
                </a:lnTo>
                <a:lnTo>
                  <a:pt x="5449570" y="1713865"/>
                </a:lnTo>
                <a:lnTo>
                  <a:pt x="5514975" y="1713865"/>
                </a:lnTo>
                <a:lnTo>
                  <a:pt x="5580380" y="1713865"/>
                </a:lnTo>
                <a:lnTo>
                  <a:pt x="5645785" y="1713865"/>
                </a:lnTo>
                <a:lnTo>
                  <a:pt x="5744210" y="1746885"/>
                </a:lnTo>
                <a:lnTo>
                  <a:pt x="5842635" y="1746885"/>
                </a:lnTo>
                <a:lnTo>
                  <a:pt x="5941060" y="1746885"/>
                </a:lnTo>
                <a:lnTo>
                  <a:pt x="6039485" y="1768475"/>
                </a:lnTo>
                <a:lnTo>
                  <a:pt x="6126480" y="1768475"/>
                </a:lnTo>
                <a:lnTo>
                  <a:pt x="6268720" y="1768475"/>
                </a:lnTo>
                <a:lnTo>
                  <a:pt x="6356350" y="1768475"/>
                </a:lnTo>
                <a:lnTo>
                  <a:pt x="6497955" y="1768475"/>
                </a:lnTo>
                <a:lnTo>
                  <a:pt x="6596380" y="1790700"/>
                </a:lnTo>
                <a:lnTo>
                  <a:pt x="6684010" y="1790700"/>
                </a:lnTo>
                <a:lnTo>
                  <a:pt x="6782435" y="1790700"/>
                </a:lnTo>
                <a:lnTo>
                  <a:pt x="6880860" y="1823085"/>
                </a:lnTo>
                <a:lnTo>
                  <a:pt x="7022465" y="1823085"/>
                </a:lnTo>
                <a:lnTo>
                  <a:pt x="7110095" y="1823085"/>
                </a:lnTo>
                <a:lnTo>
                  <a:pt x="7208520" y="1823085"/>
                </a:lnTo>
                <a:lnTo>
                  <a:pt x="7295515" y="1845310"/>
                </a:lnTo>
                <a:lnTo>
                  <a:pt x="7393940" y="1845310"/>
                </a:lnTo>
                <a:lnTo>
                  <a:pt x="7481570" y="1845310"/>
                </a:lnTo>
                <a:lnTo>
                  <a:pt x="7557770" y="1845310"/>
                </a:lnTo>
                <a:lnTo>
                  <a:pt x="7623175" y="1845310"/>
                </a:lnTo>
                <a:lnTo>
                  <a:pt x="7700010" y="1845310"/>
                </a:lnTo>
                <a:lnTo>
                  <a:pt x="7787640" y="1845310"/>
                </a:lnTo>
                <a:lnTo>
                  <a:pt x="7874635" y="1845310"/>
                </a:lnTo>
                <a:lnTo>
                  <a:pt x="7962265" y="1845310"/>
                </a:lnTo>
                <a:lnTo>
                  <a:pt x="8027670" y="1845310"/>
                </a:lnTo>
                <a:lnTo>
                  <a:pt x="8115300" y="1845310"/>
                </a:lnTo>
                <a:lnTo>
                  <a:pt x="8191500" y="1845310"/>
                </a:lnTo>
                <a:lnTo>
                  <a:pt x="8268335" y="1845310"/>
                </a:lnTo>
                <a:lnTo>
                  <a:pt x="8366125" y="1823085"/>
                </a:lnTo>
                <a:lnTo>
                  <a:pt x="8464550" y="1823085"/>
                </a:lnTo>
                <a:lnTo>
                  <a:pt x="8562975" y="1823085"/>
                </a:lnTo>
                <a:lnTo>
                  <a:pt x="8639175" y="1812290"/>
                </a:lnTo>
                <a:lnTo>
                  <a:pt x="8737600" y="1812290"/>
                </a:lnTo>
                <a:lnTo>
                  <a:pt x="8814435" y="1812290"/>
                </a:lnTo>
                <a:lnTo>
                  <a:pt x="8912860" y="1801495"/>
                </a:lnTo>
                <a:lnTo>
                  <a:pt x="9010650" y="1768475"/>
                </a:lnTo>
                <a:lnTo>
                  <a:pt x="9098280" y="1768475"/>
                </a:lnTo>
                <a:lnTo>
                  <a:pt x="9163685" y="1746885"/>
                </a:lnTo>
                <a:lnTo>
                  <a:pt x="9251315" y="1746885"/>
                </a:lnTo>
                <a:lnTo>
                  <a:pt x="9316720" y="1725295"/>
                </a:lnTo>
                <a:lnTo>
                  <a:pt x="9404350" y="1725295"/>
                </a:lnTo>
                <a:lnTo>
                  <a:pt x="9469755" y="1703070"/>
                </a:lnTo>
                <a:lnTo>
                  <a:pt x="9535160" y="1703070"/>
                </a:lnTo>
                <a:lnTo>
                  <a:pt x="9644380" y="1681480"/>
                </a:lnTo>
                <a:lnTo>
                  <a:pt x="9721215" y="1681480"/>
                </a:lnTo>
                <a:lnTo>
                  <a:pt x="9819640" y="1659255"/>
                </a:lnTo>
                <a:lnTo>
                  <a:pt x="9917430" y="1659255"/>
                </a:lnTo>
                <a:lnTo>
                  <a:pt x="9983470" y="1659255"/>
                </a:lnTo>
                <a:lnTo>
                  <a:pt x="10048875" y="1659255"/>
                </a:lnTo>
                <a:lnTo>
                  <a:pt x="10114280" y="1659255"/>
                </a:lnTo>
                <a:lnTo>
                  <a:pt x="10179685" y="1659255"/>
                </a:lnTo>
                <a:lnTo>
                  <a:pt x="10256520" y="1659255"/>
                </a:lnTo>
                <a:lnTo>
                  <a:pt x="10354945" y="1681480"/>
                </a:lnTo>
                <a:lnTo>
                  <a:pt x="10441940" y="1681480"/>
                </a:lnTo>
                <a:lnTo>
                  <a:pt x="10529570" y="1681480"/>
                </a:lnTo>
                <a:lnTo>
                  <a:pt x="10616565" y="1703070"/>
                </a:lnTo>
                <a:lnTo>
                  <a:pt x="10693400" y="1703070"/>
                </a:lnTo>
                <a:lnTo>
                  <a:pt x="10781030" y="1725295"/>
                </a:lnTo>
                <a:lnTo>
                  <a:pt x="10868025" y="1725295"/>
                </a:lnTo>
                <a:lnTo>
                  <a:pt x="10944860" y="1757680"/>
                </a:lnTo>
                <a:lnTo>
                  <a:pt x="11031855" y="1757680"/>
                </a:lnTo>
                <a:lnTo>
                  <a:pt x="11119485" y="1757680"/>
                </a:lnTo>
                <a:lnTo>
                  <a:pt x="11217910" y="1768475"/>
                </a:lnTo>
                <a:lnTo>
                  <a:pt x="11304905" y="1768475"/>
                </a:lnTo>
                <a:lnTo>
                  <a:pt x="11370945" y="1790700"/>
                </a:lnTo>
                <a:lnTo>
                  <a:pt x="11436350" y="1790700"/>
                </a:lnTo>
                <a:lnTo>
                  <a:pt x="11534775" y="1801495"/>
                </a:lnTo>
                <a:lnTo>
                  <a:pt x="11600180" y="1823085"/>
                </a:lnTo>
                <a:lnTo>
                  <a:pt x="11665585" y="1845310"/>
                </a:lnTo>
                <a:lnTo>
                  <a:pt x="11741785" y="1889125"/>
                </a:lnTo>
                <a:lnTo>
                  <a:pt x="11774805" y="1954530"/>
                </a:lnTo>
                <a:lnTo>
                  <a:pt x="11785600" y="2019935"/>
                </a:lnTo>
                <a:lnTo>
                  <a:pt x="11807825" y="2085340"/>
                </a:lnTo>
                <a:lnTo>
                  <a:pt x="11829415" y="2151380"/>
                </a:lnTo>
                <a:lnTo>
                  <a:pt x="11851640" y="2249170"/>
                </a:lnTo>
                <a:lnTo>
                  <a:pt x="11884025" y="2347595"/>
                </a:lnTo>
                <a:lnTo>
                  <a:pt x="11927840" y="2446020"/>
                </a:lnTo>
                <a:lnTo>
                  <a:pt x="11949430" y="2511425"/>
                </a:lnTo>
                <a:lnTo>
                  <a:pt x="11982450" y="2599055"/>
                </a:lnTo>
                <a:lnTo>
                  <a:pt x="12026265" y="2708275"/>
                </a:lnTo>
                <a:lnTo>
                  <a:pt x="12058650" y="2795905"/>
                </a:lnTo>
                <a:lnTo>
                  <a:pt x="12080875" y="2861310"/>
                </a:lnTo>
                <a:lnTo>
                  <a:pt x="12102465" y="2959735"/>
                </a:lnTo>
                <a:lnTo>
                  <a:pt x="12124690" y="3025140"/>
                </a:lnTo>
                <a:lnTo>
                  <a:pt x="12146280" y="3123565"/>
                </a:lnTo>
                <a:lnTo>
                  <a:pt x="12167870" y="3232785"/>
                </a:lnTo>
                <a:lnTo>
                  <a:pt x="12200890" y="3308985"/>
                </a:lnTo>
                <a:lnTo>
                  <a:pt x="12211685" y="3374390"/>
                </a:lnTo>
                <a:lnTo>
                  <a:pt x="12211685" y="3440430"/>
                </a:lnTo>
                <a:lnTo>
                  <a:pt x="12211685" y="3516630"/>
                </a:lnTo>
                <a:lnTo>
                  <a:pt x="12211685" y="3593465"/>
                </a:lnTo>
                <a:lnTo>
                  <a:pt x="12233910" y="3669665"/>
                </a:lnTo>
                <a:lnTo>
                  <a:pt x="12233910" y="3757295"/>
                </a:lnTo>
                <a:lnTo>
                  <a:pt x="12255500" y="3855085"/>
                </a:lnTo>
                <a:lnTo>
                  <a:pt x="12255500" y="3953510"/>
                </a:lnTo>
                <a:lnTo>
                  <a:pt x="12288520" y="4041140"/>
                </a:lnTo>
                <a:lnTo>
                  <a:pt x="12299315" y="4106545"/>
                </a:lnTo>
                <a:lnTo>
                  <a:pt x="12320905" y="4204970"/>
                </a:lnTo>
                <a:lnTo>
                  <a:pt x="12353925" y="4303395"/>
                </a:lnTo>
                <a:lnTo>
                  <a:pt x="12397740" y="4368800"/>
                </a:lnTo>
                <a:lnTo>
                  <a:pt x="12419330" y="4434205"/>
                </a:lnTo>
                <a:lnTo>
                  <a:pt x="12463145" y="4499610"/>
                </a:lnTo>
                <a:lnTo>
                  <a:pt x="12496165" y="4565650"/>
                </a:lnTo>
                <a:lnTo>
                  <a:pt x="12506960" y="4631055"/>
                </a:lnTo>
                <a:lnTo>
                  <a:pt x="12528550" y="4707255"/>
                </a:lnTo>
                <a:lnTo>
                  <a:pt x="12539345" y="4784090"/>
                </a:lnTo>
                <a:lnTo>
                  <a:pt x="12572365" y="4871085"/>
                </a:lnTo>
                <a:lnTo>
                  <a:pt x="12583160" y="4937125"/>
                </a:lnTo>
                <a:lnTo>
                  <a:pt x="12616180" y="5034915"/>
                </a:lnTo>
                <a:lnTo>
                  <a:pt x="12637770" y="5133340"/>
                </a:lnTo>
                <a:lnTo>
                  <a:pt x="12659995" y="5231765"/>
                </a:lnTo>
                <a:lnTo>
                  <a:pt x="12714605" y="5374005"/>
                </a:lnTo>
                <a:lnTo>
                  <a:pt x="12757785" y="5537835"/>
                </a:lnTo>
                <a:lnTo>
                  <a:pt x="12790805" y="5636260"/>
                </a:lnTo>
                <a:lnTo>
                  <a:pt x="12834620" y="5800090"/>
                </a:lnTo>
                <a:lnTo>
                  <a:pt x="12867640" y="5898515"/>
                </a:lnTo>
                <a:lnTo>
                  <a:pt x="12910820" y="6062345"/>
                </a:lnTo>
                <a:lnTo>
                  <a:pt x="12943840" y="6160770"/>
                </a:lnTo>
                <a:lnTo>
                  <a:pt x="12943840" y="6258560"/>
                </a:lnTo>
                <a:lnTo>
                  <a:pt x="12987655" y="6356985"/>
                </a:lnTo>
                <a:lnTo>
                  <a:pt x="12987655" y="6455410"/>
                </a:lnTo>
                <a:lnTo>
                  <a:pt x="13020040" y="6564630"/>
                </a:lnTo>
                <a:lnTo>
                  <a:pt x="12987655" y="6630035"/>
                </a:lnTo>
                <a:lnTo>
                  <a:pt x="12933045" y="6696075"/>
                </a:lnTo>
                <a:lnTo>
                  <a:pt x="12867640" y="6717665"/>
                </a:lnTo>
                <a:lnTo>
                  <a:pt x="12801600" y="6739255"/>
                </a:lnTo>
                <a:lnTo>
                  <a:pt x="12703175" y="6761480"/>
                </a:lnTo>
                <a:lnTo>
                  <a:pt x="12637770" y="6805295"/>
                </a:lnTo>
                <a:lnTo>
                  <a:pt x="12572365" y="6826885"/>
                </a:lnTo>
                <a:lnTo>
                  <a:pt x="12506960" y="6870700"/>
                </a:lnTo>
                <a:lnTo>
                  <a:pt x="12408535" y="6925310"/>
                </a:lnTo>
                <a:lnTo>
                  <a:pt x="12343130" y="6946900"/>
                </a:lnTo>
                <a:lnTo>
                  <a:pt x="12277090" y="6990715"/>
                </a:lnTo>
                <a:lnTo>
                  <a:pt x="12211685" y="7034530"/>
                </a:lnTo>
                <a:lnTo>
                  <a:pt x="12146280" y="7056120"/>
                </a:lnTo>
                <a:lnTo>
                  <a:pt x="12080875" y="7099935"/>
                </a:lnTo>
                <a:lnTo>
                  <a:pt x="12004040" y="7143750"/>
                </a:lnTo>
                <a:lnTo>
                  <a:pt x="11938635" y="7187565"/>
                </a:lnTo>
                <a:lnTo>
                  <a:pt x="11873230" y="7231380"/>
                </a:lnTo>
                <a:lnTo>
                  <a:pt x="11807825" y="7263765"/>
                </a:lnTo>
                <a:lnTo>
                  <a:pt x="11741785" y="7296785"/>
                </a:lnTo>
                <a:lnTo>
                  <a:pt x="11676380" y="7296785"/>
                </a:lnTo>
                <a:lnTo>
                  <a:pt x="11610975" y="7318375"/>
                </a:lnTo>
                <a:lnTo>
                  <a:pt x="11545570" y="7340600"/>
                </a:lnTo>
                <a:lnTo>
                  <a:pt x="11480165" y="7340600"/>
                </a:lnTo>
                <a:lnTo>
                  <a:pt x="11414125" y="7351395"/>
                </a:lnTo>
                <a:lnTo>
                  <a:pt x="11348720" y="7351395"/>
                </a:lnTo>
                <a:lnTo>
                  <a:pt x="11283315" y="7372985"/>
                </a:lnTo>
                <a:lnTo>
                  <a:pt x="11195685" y="7372985"/>
                </a:lnTo>
                <a:lnTo>
                  <a:pt x="11119485" y="7395210"/>
                </a:lnTo>
                <a:lnTo>
                  <a:pt x="11054080" y="7406005"/>
                </a:lnTo>
                <a:lnTo>
                  <a:pt x="10988040" y="7406005"/>
                </a:lnTo>
                <a:lnTo>
                  <a:pt x="10922635" y="7406005"/>
                </a:lnTo>
                <a:lnTo>
                  <a:pt x="10857230" y="7406005"/>
                </a:lnTo>
                <a:lnTo>
                  <a:pt x="10791825" y="7395210"/>
                </a:lnTo>
                <a:lnTo>
                  <a:pt x="10725785" y="7383780"/>
                </a:lnTo>
                <a:lnTo>
                  <a:pt x="10660380" y="7383780"/>
                </a:lnTo>
                <a:lnTo>
                  <a:pt x="10594975" y="7351395"/>
                </a:lnTo>
                <a:lnTo>
                  <a:pt x="10529570" y="7285990"/>
                </a:lnTo>
                <a:lnTo>
                  <a:pt x="10485755" y="7219950"/>
                </a:lnTo>
                <a:lnTo>
                  <a:pt x="10441940" y="7154545"/>
                </a:lnTo>
                <a:lnTo>
                  <a:pt x="10387330" y="7078345"/>
                </a:lnTo>
                <a:lnTo>
                  <a:pt x="10343515" y="7012305"/>
                </a:lnTo>
                <a:lnTo>
                  <a:pt x="10288905" y="6925310"/>
                </a:lnTo>
                <a:lnTo>
                  <a:pt x="10223500" y="6859905"/>
                </a:lnTo>
                <a:lnTo>
                  <a:pt x="10158095" y="6783070"/>
                </a:lnTo>
                <a:lnTo>
                  <a:pt x="10092690" y="6717665"/>
                </a:lnTo>
                <a:lnTo>
                  <a:pt x="10048875" y="6652260"/>
                </a:lnTo>
                <a:lnTo>
                  <a:pt x="9983470" y="6586855"/>
                </a:lnTo>
                <a:lnTo>
                  <a:pt x="9950450" y="6520815"/>
                </a:lnTo>
                <a:lnTo>
                  <a:pt x="9917430" y="6455410"/>
                </a:lnTo>
                <a:lnTo>
                  <a:pt x="9862820" y="6379210"/>
                </a:lnTo>
                <a:lnTo>
                  <a:pt x="9830435" y="6302375"/>
                </a:lnTo>
                <a:lnTo>
                  <a:pt x="9786620" y="6236970"/>
                </a:lnTo>
                <a:lnTo>
                  <a:pt x="9753600" y="6171565"/>
                </a:lnTo>
                <a:lnTo>
                  <a:pt x="9721215" y="6106160"/>
                </a:lnTo>
                <a:lnTo>
                  <a:pt x="9677400" y="6040120"/>
                </a:lnTo>
                <a:lnTo>
                  <a:pt x="9644380" y="5941695"/>
                </a:lnTo>
                <a:lnTo>
                  <a:pt x="9600565" y="5876290"/>
                </a:lnTo>
                <a:lnTo>
                  <a:pt x="9589770" y="5810885"/>
                </a:lnTo>
                <a:lnTo>
                  <a:pt x="9545955" y="5745480"/>
                </a:lnTo>
                <a:lnTo>
                  <a:pt x="9524365" y="5680075"/>
                </a:lnTo>
                <a:lnTo>
                  <a:pt x="9545955" y="5614035"/>
                </a:lnTo>
                <a:lnTo>
                  <a:pt x="9589770" y="5548630"/>
                </a:lnTo>
                <a:lnTo>
                  <a:pt x="9655175" y="5472430"/>
                </a:lnTo>
                <a:lnTo>
                  <a:pt x="9721215" y="5439410"/>
                </a:lnTo>
                <a:lnTo>
                  <a:pt x="9808210" y="5374005"/>
                </a:lnTo>
                <a:lnTo>
                  <a:pt x="9906635" y="5297170"/>
                </a:lnTo>
                <a:lnTo>
                  <a:pt x="9972040" y="5253990"/>
                </a:lnTo>
                <a:lnTo>
                  <a:pt x="10015855" y="5187950"/>
                </a:lnTo>
                <a:lnTo>
                  <a:pt x="10081260" y="5144770"/>
                </a:lnTo>
                <a:lnTo>
                  <a:pt x="10158095" y="5100955"/>
                </a:lnTo>
                <a:lnTo>
                  <a:pt x="10223500" y="5057140"/>
                </a:lnTo>
                <a:lnTo>
                  <a:pt x="10332720" y="4969510"/>
                </a:lnTo>
                <a:lnTo>
                  <a:pt x="10431145" y="4937125"/>
                </a:lnTo>
                <a:lnTo>
                  <a:pt x="10507345" y="4871085"/>
                </a:lnTo>
                <a:lnTo>
                  <a:pt x="10594975" y="4805680"/>
                </a:lnTo>
                <a:lnTo>
                  <a:pt x="10660380" y="4761865"/>
                </a:lnTo>
                <a:lnTo>
                  <a:pt x="10725785" y="4718685"/>
                </a:lnTo>
                <a:lnTo>
                  <a:pt x="10791825" y="4674870"/>
                </a:lnTo>
                <a:lnTo>
                  <a:pt x="10835640" y="4609465"/>
                </a:lnTo>
                <a:lnTo>
                  <a:pt x="10901045" y="4565650"/>
                </a:lnTo>
                <a:lnTo>
                  <a:pt x="11010265" y="4499610"/>
                </a:lnTo>
                <a:lnTo>
                  <a:pt x="11108690" y="4445000"/>
                </a:lnTo>
                <a:lnTo>
                  <a:pt x="11184890" y="4368800"/>
                </a:lnTo>
                <a:lnTo>
                  <a:pt x="11272520" y="4314190"/>
                </a:lnTo>
                <a:lnTo>
                  <a:pt x="11337925" y="4270375"/>
                </a:lnTo>
                <a:lnTo>
                  <a:pt x="11425555" y="4204970"/>
                </a:lnTo>
                <a:lnTo>
                  <a:pt x="11512550" y="4150360"/>
                </a:lnTo>
                <a:lnTo>
                  <a:pt x="11567160" y="4084955"/>
                </a:lnTo>
                <a:lnTo>
                  <a:pt x="11567160" y="4018915"/>
                </a:lnTo>
                <a:lnTo>
                  <a:pt x="11556365" y="3921125"/>
                </a:lnTo>
                <a:lnTo>
                  <a:pt x="11534775" y="3855085"/>
                </a:lnTo>
                <a:lnTo>
                  <a:pt x="11523345" y="3789680"/>
                </a:lnTo>
                <a:lnTo>
                  <a:pt x="11501755" y="3724275"/>
                </a:lnTo>
                <a:lnTo>
                  <a:pt x="11490960" y="3658870"/>
                </a:lnTo>
                <a:lnTo>
                  <a:pt x="11468735" y="3593465"/>
                </a:lnTo>
                <a:lnTo>
                  <a:pt x="11457940" y="3516630"/>
                </a:lnTo>
                <a:lnTo>
                  <a:pt x="11425555" y="3407410"/>
                </a:lnTo>
                <a:lnTo>
                  <a:pt x="11425555" y="3319780"/>
                </a:lnTo>
                <a:lnTo>
                  <a:pt x="11403330" y="3221990"/>
                </a:lnTo>
                <a:lnTo>
                  <a:pt x="11381740" y="3123565"/>
                </a:lnTo>
                <a:lnTo>
                  <a:pt x="11348720" y="3014345"/>
                </a:lnTo>
                <a:lnTo>
                  <a:pt x="11327130" y="2926715"/>
                </a:lnTo>
                <a:lnTo>
                  <a:pt x="11304905" y="2828290"/>
                </a:lnTo>
                <a:lnTo>
                  <a:pt x="11304905" y="2729865"/>
                </a:lnTo>
                <a:lnTo>
                  <a:pt x="11283315" y="2642870"/>
                </a:lnTo>
                <a:lnTo>
                  <a:pt x="11261090" y="2577465"/>
                </a:lnTo>
                <a:lnTo>
                  <a:pt x="11239500" y="2479040"/>
                </a:lnTo>
                <a:lnTo>
                  <a:pt x="11239500" y="2391410"/>
                </a:lnTo>
                <a:lnTo>
                  <a:pt x="11217910" y="2326005"/>
                </a:lnTo>
                <a:lnTo>
                  <a:pt x="11195685" y="2260600"/>
                </a:lnTo>
                <a:lnTo>
                  <a:pt x="11130280" y="2216785"/>
                </a:lnTo>
                <a:lnTo>
                  <a:pt x="11064875" y="2205990"/>
                </a:lnTo>
                <a:lnTo>
                  <a:pt x="10999470" y="2205990"/>
                </a:lnTo>
                <a:lnTo>
                  <a:pt x="10933430" y="2183765"/>
                </a:lnTo>
                <a:lnTo>
                  <a:pt x="10868025" y="2162175"/>
                </a:lnTo>
                <a:lnTo>
                  <a:pt x="10781030" y="2162175"/>
                </a:lnTo>
                <a:lnTo>
                  <a:pt x="10714990" y="2139950"/>
                </a:lnTo>
                <a:lnTo>
                  <a:pt x="10638790" y="2139950"/>
                </a:lnTo>
                <a:lnTo>
                  <a:pt x="10573385" y="2139950"/>
                </a:lnTo>
                <a:lnTo>
                  <a:pt x="10496550" y="2118360"/>
                </a:lnTo>
                <a:lnTo>
                  <a:pt x="10431145" y="2118360"/>
                </a:lnTo>
                <a:lnTo>
                  <a:pt x="10365740" y="2118360"/>
                </a:lnTo>
                <a:lnTo>
                  <a:pt x="10300335" y="2118360"/>
                </a:lnTo>
                <a:lnTo>
                  <a:pt x="10201910" y="2107565"/>
                </a:lnTo>
                <a:lnTo>
                  <a:pt x="10103485" y="2107565"/>
                </a:lnTo>
                <a:lnTo>
                  <a:pt x="10015855" y="2107565"/>
                </a:lnTo>
                <a:lnTo>
                  <a:pt x="9928860" y="2074545"/>
                </a:lnTo>
                <a:lnTo>
                  <a:pt x="9841230" y="2074545"/>
                </a:lnTo>
                <a:lnTo>
                  <a:pt x="9765030" y="2074545"/>
                </a:lnTo>
                <a:lnTo>
                  <a:pt x="9698990" y="2074545"/>
                </a:lnTo>
                <a:lnTo>
                  <a:pt x="9633585" y="2074545"/>
                </a:lnTo>
                <a:lnTo>
                  <a:pt x="9568180" y="2085340"/>
                </a:lnTo>
                <a:lnTo>
                  <a:pt x="9502775" y="2096770"/>
                </a:lnTo>
                <a:lnTo>
                  <a:pt x="9436735" y="2096770"/>
                </a:lnTo>
                <a:lnTo>
                  <a:pt x="9371330" y="2118360"/>
                </a:lnTo>
                <a:lnTo>
                  <a:pt x="9295130" y="2118360"/>
                </a:lnTo>
                <a:lnTo>
                  <a:pt x="9229090" y="2129155"/>
                </a:lnTo>
                <a:lnTo>
                  <a:pt x="9152890" y="2129155"/>
                </a:lnTo>
                <a:lnTo>
                  <a:pt x="9087485" y="2151380"/>
                </a:lnTo>
                <a:lnTo>
                  <a:pt x="9022080" y="2162175"/>
                </a:lnTo>
                <a:lnTo>
                  <a:pt x="9010650" y="2227580"/>
                </a:lnTo>
                <a:lnTo>
                  <a:pt x="9054465" y="2292985"/>
                </a:lnTo>
                <a:lnTo>
                  <a:pt x="9076690" y="2358390"/>
                </a:lnTo>
                <a:lnTo>
                  <a:pt x="9119870" y="2435225"/>
                </a:lnTo>
                <a:lnTo>
                  <a:pt x="9163685" y="2500630"/>
                </a:lnTo>
                <a:lnTo>
                  <a:pt x="9240520" y="2533650"/>
                </a:lnTo>
                <a:lnTo>
                  <a:pt x="9305925" y="2533650"/>
                </a:lnTo>
                <a:lnTo>
                  <a:pt x="9415145" y="2544445"/>
                </a:lnTo>
                <a:lnTo>
                  <a:pt x="9480550" y="2544445"/>
                </a:lnTo>
                <a:lnTo>
                  <a:pt x="9545955" y="2544445"/>
                </a:lnTo>
                <a:lnTo>
                  <a:pt x="9611995" y="2544445"/>
                </a:lnTo>
                <a:lnTo>
                  <a:pt x="9677400" y="2555240"/>
                </a:lnTo>
                <a:lnTo>
                  <a:pt x="9742805" y="2566035"/>
                </a:lnTo>
                <a:lnTo>
                  <a:pt x="9808210" y="2577465"/>
                </a:lnTo>
                <a:lnTo>
                  <a:pt x="9874250" y="2577465"/>
                </a:lnTo>
                <a:lnTo>
                  <a:pt x="9950450" y="2599055"/>
                </a:lnTo>
                <a:lnTo>
                  <a:pt x="10026650" y="2599055"/>
                </a:lnTo>
                <a:lnTo>
                  <a:pt x="10135870" y="2620645"/>
                </a:lnTo>
                <a:lnTo>
                  <a:pt x="10234295" y="2620645"/>
                </a:lnTo>
                <a:lnTo>
                  <a:pt x="10311130" y="2642870"/>
                </a:lnTo>
                <a:lnTo>
                  <a:pt x="10387330" y="2653665"/>
                </a:lnTo>
                <a:lnTo>
                  <a:pt x="10452735" y="2664460"/>
                </a:lnTo>
                <a:lnTo>
                  <a:pt x="10518775" y="2686685"/>
                </a:lnTo>
                <a:lnTo>
                  <a:pt x="10584180" y="2708275"/>
                </a:lnTo>
                <a:lnTo>
                  <a:pt x="10649585" y="2729865"/>
                </a:lnTo>
                <a:lnTo>
                  <a:pt x="10758805" y="2752090"/>
                </a:lnTo>
                <a:lnTo>
                  <a:pt x="10824210" y="2773680"/>
                </a:lnTo>
                <a:lnTo>
                  <a:pt x="10890250" y="2806700"/>
                </a:lnTo>
                <a:lnTo>
                  <a:pt x="10955655" y="2882900"/>
                </a:lnTo>
                <a:lnTo>
                  <a:pt x="11021060" y="2937510"/>
                </a:lnTo>
                <a:lnTo>
                  <a:pt x="11054080" y="3002915"/>
                </a:lnTo>
                <a:lnTo>
                  <a:pt x="11086465" y="3068955"/>
                </a:lnTo>
                <a:lnTo>
                  <a:pt x="11108690" y="3134360"/>
                </a:lnTo>
                <a:lnTo>
                  <a:pt x="11151870" y="3243580"/>
                </a:lnTo>
                <a:lnTo>
                  <a:pt x="11174095" y="3308985"/>
                </a:lnTo>
                <a:lnTo>
                  <a:pt x="11184890" y="3374390"/>
                </a:lnTo>
                <a:lnTo>
                  <a:pt x="11163300" y="3451225"/>
                </a:lnTo>
                <a:lnTo>
                  <a:pt x="11108690" y="3527425"/>
                </a:lnTo>
                <a:lnTo>
                  <a:pt x="11064875" y="3593465"/>
                </a:lnTo>
                <a:lnTo>
                  <a:pt x="11021060" y="3658870"/>
                </a:lnTo>
                <a:lnTo>
                  <a:pt x="10988040" y="3724275"/>
                </a:lnTo>
                <a:lnTo>
                  <a:pt x="10944860" y="3789680"/>
                </a:lnTo>
                <a:lnTo>
                  <a:pt x="10890250" y="3866515"/>
                </a:lnTo>
                <a:lnTo>
                  <a:pt x="10835640" y="3931920"/>
                </a:lnTo>
                <a:lnTo>
                  <a:pt x="10769600" y="3953510"/>
                </a:lnTo>
                <a:lnTo>
                  <a:pt x="10704195" y="3975735"/>
                </a:lnTo>
                <a:lnTo>
                  <a:pt x="10627995" y="4018915"/>
                </a:lnTo>
                <a:lnTo>
                  <a:pt x="10561955" y="4051935"/>
                </a:lnTo>
                <a:lnTo>
                  <a:pt x="10496550" y="4062730"/>
                </a:lnTo>
                <a:lnTo>
                  <a:pt x="10409555" y="4106545"/>
                </a:lnTo>
                <a:lnTo>
                  <a:pt x="10343515" y="4106545"/>
                </a:lnTo>
                <a:lnTo>
                  <a:pt x="10278110" y="4128770"/>
                </a:lnTo>
                <a:lnTo>
                  <a:pt x="10190480" y="4150360"/>
                </a:lnTo>
                <a:lnTo>
                  <a:pt x="10125075" y="4171950"/>
                </a:lnTo>
                <a:lnTo>
                  <a:pt x="10038080" y="4171950"/>
                </a:lnTo>
                <a:lnTo>
                  <a:pt x="9939655" y="4194175"/>
                </a:lnTo>
                <a:lnTo>
                  <a:pt x="9841230" y="4215765"/>
                </a:lnTo>
                <a:lnTo>
                  <a:pt x="9753600" y="4215765"/>
                </a:lnTo>
                <a:lnTo>
                  <a:pt x="9655175" y="4248785"/>
                </a:lnTo>
                <a:lnTo>
                  <a:pt x="9568180" y="4270375"/>
                </a:lnTo>
                <a:lnTo>
                  <a:pt x="9502775" y="4281170"/>
                </a:lnTo>
                <a:lnTo>
                  <a:pt x="9436735" y="4292600"/>
                </a:lnTo>
                <a:lnTo>
                  <a:pt x="9371330" y="4248785"/>
                </a:lnTo>
                <a:lnTo>
                  <a:pt x="9305925" y="4194175"/>
                </a:lnTo>
                <a:lnTo>
                  <a:pt x="9251315" y="4128770"/>
                </a:lnTo>
                <a:lnTo>
                  <a:pt x="9185910" y="4074160"/>
                </a:lnTo>
                <a:lnTo>
                  <a:pt x="9131300" y="4008120"/>
                </a:lnTo>
                <a:lnTo>
                  <a:pt x="9065260" y="3964305"/>
                </a:lnTo>
                <a:lnTo>
                  <a:pt x="9010650" y="3898900"/>
                </a:lnTo>
                <a:lnTo>
                  <a:pt x="8967470" y="3833495"/>
                </a:lnTo>
                <a:lnTo>
                  <a:pt x="8934450" y="3768090"/>
                </a:lnTo>
                <a:lnTo>
                  <a:pt x="8890635" y="3702685"/>
                </a:lnTo>
                <a:lnTo>
                  <a:pt x="8869045" y="3636645"/>
                </a:lnTo>
                <a:lnTo>
                  <a:pt x="8836025" y="3571240"/>
                </a:lnTo>
                <a:lnTo>
                  <a:pt x="8803640" y="3505835"/>
                </a:lnTo>
                <a:lnTo>
                  <a:pt x="8770620" y="3429000"/>
                </a:lnTo>
                <a:lnTo>
                  <a:pt x="8726805" y="3363595"/>
                </a:lnTo>
                <a:lnTo>
                  <a:pt x="8705215" y="3298190"/>
                </a:lnTo>
                <a:lnTo>
                  <a:pt x="8661400" y="3232785"/>
                </a:lnTo>
                <a:lnTo>
                  <a:pt x="8639175" y="3167380"/>
                </a:lnTo>
                <a:lnTo>
                  <a:pt x="8606790" y="3090545"/>
                </a:lnTo>
                <a:lnTo>
                  <a:pt x="8584565" y="3025140"/>
                </a:lnTo>
                <a:lnTo>
                  <a:pt x="8584565" y="2959735"/>
                </a:lnTo>
                <a:lnTo>
                  <a:pt x="8562975" y="2882900"/>
                </a:lnTo>
                <a:lnTo>
                  <a:pt x="8562975" y="2806700"/>
                </a:lnTo>
                <a:lnTo>
                  <a:pt x="8541385" y="2729865"/>
                </a:lnTo>
                <a:lnTo>
                  <a:pt x="8519160" y="2642870"/>
                </a:lnTo>
                <a:lnTo>
                  <a:pt x="8519160" y="2544445"/>
                </a:lnTo>
                <a:lnTo>
                  <a:pt x="8497570" y="2479040"/>
                </a:lnTo>
                <a:lnTo>
                  <a:pt x="8497570" y="2413000"/>
                </a:lnTo>
                <a:lnTo>
                  <a:pt x="8497570" y="2347595"/>
                </a:lnTo>
                <a:lnTo>
                  <a:pt x="8486775" y="2282190"/>
                </a:lnTo>
                <a:lnTo>
                  <a:pt x="8420735" y="2271395"/>
                </a:lnTo>
                <a:lnTo>
                  <a:pt x="8355330" y="2271395"/>
                </a:lnTo>
                <a:lnTo>
                  <a:pt x="8289925" y="2271395"/>
                </a:lnTo>
                <a:lnTo>
                  <a:pt x="8202295" y="2260600"/>
                </a:lnTo>
                <a:lnTo>
                  <a:pt x="8115300" y="2260600"/>
                </a:lnTo>
                <a:lnTo>
                  <a:pt x="8049260" y="2260600"/>
                </a:lnTo>
                <a:lnTo>
                  <a:pt x="7962265" y="2238375"/>
                </a:lnTo>
                <a:lnTo>
                  <a:pt x="7885430" y="2238375"/>
                </a:lnTo>
                <a:lnTo>
                  <a:pt x="7820025" y="2238375"/>
                </a:lnTo>
                <a:lnTo>
                  <a:pt x="7754620" y="2238375"/>
                </a:lnTo>
                <a:lnTo>
                  <a:pt x="7689215" y="2238375"/>
                </a:lnTo>
                <a:lnTo>
                  <a:pt x="7590790" y="2238375"/>
                </a:lnTo>
                <a:lnTo>
                  <a:pt x="7492365" y="2216785"/>
                </a:lnTo>
                <a:lnTo>
                  <a:pt x="7393940" y="2216785"/>
                </a:lnTo>
                <a:lnTo>
                  <a:pt x="7328535" y="2205990"/>
                </a:lnTo>
                <a:lnTo>
                  <a:pt x="7263130" y="2205990"/>
                </a:lnTo>
                <a:lnTo>
                  <a:pt x="7197090" y="2205990"/>
                </a:lnTo>
                <a:lnTo>
                  <a:pt x="7131685" y="2183765"/>
                </a:lnTo>
                <a:lnTo>
                  <a:pt x="7066280" y="2183765"/>
                </a:lnTo>
                <a:lnTo>
                  <a:pt x="6978650" y="2183765"/>
                </a:lnTo>
                <a:lnTo>
                  <a:pt x="6913245" y="2183765"/>
                </a:lnTo>
                <a:lnTo>
                  <a:pt x="6837045" y="2172970"/>
                </a:lnTo>
                <a:lnTo>
                  <a:pt x="6738620" y="2172970"/>
                </a:lnTo>
                <a:lnTo>
                  <a:pt x="6650990" y="2139950"/>
                </a:lnTo>
                <a:lnTo>
                  <a:pt x="6563995" y="2139950"/>
                </a:lnTo>
                <a:lnTo>
                  <a:pt x="6476365" y="2139950"/>
                </a:lnTo>
                <a:lnTo>
                  <a:pt x="6410960" y="2139950"/>
                </a:lnTo>
                <a:lnTo>
                  <a:pt x="6345555" y="2139950"/>
                </a:lnTo>
                <a:lnTo>
                  <a:pt x="6247130" y="2139950"/>
                </a:lnTo>
                <a:lnTo>
                  <a:pt x="6148705" y="2129155"/>
                </a:lnTo>
                <a:lnTo>
                  <a:pt x="6061075" y="2129155"/>
                </a:lnTo>
                <a:lnTo>
                  <a:pt x="5962650" y="2129155"/>
                </a:lnTo>
                <a:lnTo>
                  <a:pt x="5897245" y="2129155"/>
                </a:lnTo>
                <a:lnTo>
                  <a:pt x="5788025" y="2129155"/>
                </a:lnTo>
                <a:lnTo>
                  <a:pt x="5689600" y="2151380"/>
                </a:lnTo>
                <a:lnTo>
                  <a:pt x="5624195" y="2172970"/>
                </a:lnTo>
                <a:lnTo>
                  <a:pt x="5525770" y="2194560"/>
                </a:lnTo>
                <a:lnTo>
                  <a:pt x="5460365" y="2238375"/>
                </a:lnTo>
                <a:lnTo>
                  <a:pt x="5361940" y="2260600"/>
                </a:lnTo>
                <a:lnTo>
                  <a:pt x="5296535" y="2303780"/>
                </a:lnTo>
                <a:lnTo>
                  <a:pt x="5231130" y="2326005"/>
                </a:lnTo>
                <a:lnTo>
                  <a:pt x="5132705" y="2369820"/>
                </a:lnTo>
                <a:lnTo>
                  <a:pt x="5067300" y="2413000"/>
                </a:lnTo>
                <a:lnTo>
                  <a:pt x="4979670" y="2479040"/>
                </a:lnTo>
                <a:lnTo>
                  <a:pt x="5067300" y="2511425"/>
                </a:lnTo>
                <a:lnTo>
                  <a:pt x="5132705" y="2489835"/>
                </a:lnTo>
                <a:lnTo>
                  <a:pt x="5198110" y="2467610"/>
                </a:lnTo>
                <a:lnTo>
                  <a:pt x="5263515" y="2467610"/>
                </a:lnTo>
                <a:lnTo>
                  <a:pt x="5361940" y="2446020"/>
                </a:lnTo>
                <a:lnTo>
                  <a:pt x="5460365" y="2446020"/>
                </a:lnTo>
                <a:lnTo>
                  <a:pt x="5525770" y="2435225"/>
                </a:lnTo>
                <a:lnTo>
                  <a:pt x="5602605" y="2435225"/>
                </a:lnTo>
                <a:lnTo>
                  <a:pt x="5668010" y="2435225"/>
                </a:lnTo>
                <a:lnTo>
                  <a:pt x="5733415" y="2413000"/>
                </a:lnTo>
                <a:lnTo>
                  <a:pt x="5798820" y="2413000"/>
                </a:lnTo>
                <a:lnTo>
                  <a:pt x="5897245" y="2391410"/>
                </a:lnTo>
                <a:lnTo>
                  <a:pt x="5995670" y="2391410"/>
                </a:lnTo>
                <a:lnTo>
                  <a:pt x="6094095" y="2391410"/>
                </a:lnTo>
                <a:lnTo>
                  <a:pt x="6181090" y="2358390"/>
                </a:lnTo>
                <a:lnTo>
                  <a:pt x="6268720" y="2358390"/>
                </a:lnTo>
                <a:lnTo>
                  <a:pt x="6334125" y="2358390"/>
                </a:lnTo>
                <a:lnTo>
                  <a:pt x="6400165" y="2358390"/>
                </a:lnTo>
                <a:lnTo>
                  <a:pt x="6476365" y="2358390"/>
                </a:lnTo>
                <a:lnTo>
                  <a:pt x="6574790" y="2358390"/>
                </a:lnTo>
                <a:lnTo>
                  <a:pt x="6640195" y="2358390"/>
                </a:lnTo>
                <a:lnTo>
                  <a:pt x="6705600" y="2358390"/>
                </a:lnTo>
                <a:lnTo>
                  <a:pt x="6771640" y="2358390"/>
                </a:lnTo>
                <a:lnTo>
                  <a:pt x="6847840" y="2358390"/>
                </a:lnTo>
                <a:lnTo>
                  <a:pt x="6913245" y="2358390"/>
                </a:lnTo>
                <a:lnTo>
                  <a:pt x="6978650" y="2358390"/>
                </a:lnTo>
                <a:lnTo>
                  <a:pt x="7077075" y="2380615"/>
                </a:lnTo>
                <a:lnTo>
                  <a:pt x="7142480" y="2380615"/>
                </a:lnTo>
                <a:lnTo>
                  <a:pt x="7230110" y="2402205"/>
                </a:lnTo>
                <a:lnTo>
                  <a:pt x="7295515" y="2402205"/>
                </a:lnTo>
                <a:lnTo>
                  <a:pt x="7361555" y="2424430"/>
                </a:lnTo>
                <a:lnTo>
                  <a:pt x="7426960" y="2424430"/>
                </a:lnTo>
                <a:lnTo>
                  <a:pt x="7492365" y="2424430"/>
                </a:lnTo>
                <a:lnTo>
                  <a:pt x="7557770" y="2435225"/>
                </a:lnTo>
                <a:lnTo>
                  <a:pt x="7634605" y="2479040"/>
                </a:lnTo>
                <a:lnTo>
                  <a:pt x="7677785" y="2555240"/>
                </a:lnTo>
                <a:lnTo>
                  <a:pt x="7733030" y="2632075"/>
                </a:lnTo>
                <a:lnTo>
                  <a:pt x="7830820" y="2762885"/>
                </a:lnTo>
                <a:lnTo>
                  <a:pt x="7885430" y="2828290"/>
                </a:lnTo>
                <a:lnTo>
                  <a:pt x="7962265" y="2937510"/>
                </a:lnTo>
                <a:lnTo>
                  <a:pt x="7994650" y="3035935"/>
                </a:lnTo>
                <a:lnTo>
                  <a:pt x="8126095" y="3199765"/>
                </a:lnTo>
                <a:lnTo>
                  <a:pt x="8202295" y="3308985"/>
                </a:lnTo>
                <a:lnTo>
                  <a:pt x="8235315" y="3418205"/>
                </a:lnTo>
                <a:lnTo>
                  <a:pt x="8311515" y="3527425"/>
                </a:lnTo>
                <a:lnTo>
                  <a:pt x="8344535" y="3625850"/>
                </a:lnTo>
                <a:lnTo>
                  <a:pt x="8409940" y="3735070"/>
                </a:lnTo>
                <a:lnTo>
                  <a:pt x="8475345" y="3789680"/>
                </a:lnTo>
                <a:lnTo>
                  <a:pt x="8508365" y="3888105"/>
                </a:lnTo>
                <a:lnTo>
                  <a:pt x="8562975" y="3997325"/>
                </a:lnTo>
                <a:lnTo>
                  <a:pt x="8584565" y="4062730"/>
                </a:lnTo>
                <a:lnTo>
                  <a:pt x="8562975" y="4128770"/>
                </a:lnTo>
                <a:lnTo>
                  <a:pt x="8497570" y="4183380"/>
                </a:lnTo>
                <a:lnTo>
                  <a:pt x="8420735" y="4215765"/>
                </a:lnTo>
                <a:lnTo>
                  <a:pt x="8355330" y="4237990"/>
                </a:lnTo>
                <a:lnTo>
                  <a:pt x="8289925" y="4270375"/>
                </a:lnTo>
                <a:lnTo>
                  <a:pt x="8213090" y="4303395"/>
                </a:lnTo>
                <a:lnTo>
                  <a:pt x="8136890" y="4335780"/>
                </a:lnTo>
                <a:lnTo>
                  <a:pt x="8071485" y="4358005"/>
                </a:lnTo>
                <a:lnTo>
                  <a:pt x="8006080" y="4390390"/>
                </a:lnTo>
                <a:lnTo>
                  <a:pt x="7940040" y="4412615"/>
                </a:lnTo>
                <a:lnTo>
                  <a:pt x="7863840" y="4423410"/>
                </a:lnTo>
                <a:lnTo>
                  <a:pt x="7787640" y="4456430"/>
                </a:lnTo>
                <a:lnTo>
                  <a:pt x="7721600" y="4467225"/>
                </a:lnTo>
                <a:lnTo>
                  <a:pt x="7645400" y="4488815"/>
                </a:lnTo>
                <a:lnTo>
                  <a:pt x="7579995" y="4499610"/>
                </a:lnTo>
                <a:lnTo>
                  <a:pt x="7513955" y="4488815"/>
                </a:lnTo>
                <a:lnTo>
                  <a:pt x="7448550" y="4434205"/>
                </a:lnTo>
                <a:lnTo>
                  <a:pt x="7372350" y="4358005"/>
                </a:lnTo>
                <a:lnTo>
                  <a:pt x="7284720" y="4303395"/>
                </a:lnTo>
                <a:lnTo>
                  <a:pt x="7197090" y="4237990"/>
                </a:lnTo>
                <a:lnTo>
                  <a:pt x="7120890" y="4183380"/>
                </a:lnTo>
                <a:lnTo>
                  <a:pt x="7022465" y="4128770"/>
                </a:lnTo>
                <a:lnTo>
                  <a:pt x="6913245" y="4051935"/>
                </a:lnTo>
                <a:lnTo>
                  <a:pt x="6837045" y="3997325"/>
                </a:lnTo>
                <a:lnTo>
                  <a:pt x="6749415" y="3942715"/>
                </a:lnTo>
                <a:lnTo>
                  <a:pt x="6684010" y="3866515"/>
                </a:lnTo>
                <a:lnTo>
                  <a:pt x="6585585" y="3811905"/>
                </a:lnTo>
                <a:lnTo>
                  <a:pt x="6476365" y="3735070"/>
                </a:lnTo>
                <a:lnTo>
                  <a:pt x="6410960" y="3658870"/>
                </a:lnTo>
                <a:lnTo>
                  <a:pt x="6334125" y="3593465"/>
                </a:lnTo>
                <a:lnTo>
                  <a:pt x="6268720" y="3538855"/>
                </a:lnTo>
                <a:lnTo>
                  <a:pt x="6224905" y="3472815"/>
                </a:lnTo>
                <a:lnTo>
                  <a:pt x="6148705" y="3374390"/>
                </a:lnTo>
                <a:lnTo>
                  <a:pt x="6083300" y="3331210"/>
                </a:lnTo>
                <a:lnTo>
                  <a:pt x="6061075" y="3265170"/>
                </a:lnTo>
                <a:lnTo>
                  <a:pt x="6115685" y="3199765"/>
                </a:lnTo>
                <a:lnTo>
                  <a:pt x="6159500" y="3134360"/>
                </a:lnTo>
                <a:lnTo>
                  <a:pt x="6192520" y="3068955"/>
                </a:lnTo>
                <a:lnTo>
                  <a:pt x="6247130" y="3002915"/>
                </a:lnTo>
                <a:lnTo>
                  <a:pt x="6301740" y="2937510"/>
                </a:lnTo>
                <a:lnTo>
                  <a:pt x="6290945" y="2872105"/>
                </a:lnTo>
                <a:lnTo>
                  <a:pt x="6224905" y="2828290"/>
                </a:lnTo>
                <a:lnTo>
                  <a:pt x="6159500" y="2795905"/>
                </a:lnTo>
                <a:lnTo>
                  <a:pt x="6094095" y="2773680"/>
                </a:lnTo>
                <a:lnTo>
                  <a:pt x="6028690" y="2752090"/>
                </a:lnTo>
                <a:lnTo>
                  <a:pt x="5962650" y="2752090"/>
                </a:lnTo>
                <a:lnTo>
                  <a:pt x="5897245" y="2741295"/>
                </a:lnTo>
                <a:lnTo>
                  <a:pt x="5831840" y="2741295"/>
                </a:lnTo>
                <a:lnTo>
                  <a:pt x="5766435" y="2741295"/>
                </a:lnTo>
                <a:lnTo>
                  <a:pt x="5689600" y="2752090"/>
                </a:lnTo>
                <a:lnTo>
                  <a:pt x="5613400" y="2752090"/>
                </a:lnTo>
                <a:lnTo>
                  <a:pt x="5514975" y="2752090"/>
                </a:lnTo>
                <a:lnTo>
                  <a:pt x="5449570" y="2773680"/>
                </a:lnTo>
                <a:lnTo>
                  <a:pt x="5361940" y="2795905"/>
                </a:lnTo>
                <a:lnTo>
                  <a:pt x="5296535" y="2795905"/>
                </a:lnTo>
                <a:lnTo>
                  <a:pt x="5231130" y="2806700"/>
                </a:lnTo>
                <a:lnTo>
                  <a:pt x="5165090" y="2817495"/>
                </a:lnTo>
                <a:lnTo>
                  <a:pt x="5088890" y="2872105"/>
                </a:lnTo>
                <a:lnTo>
                  <a:pt x="5023485" y="2915920"/>
                </a:lnTo>
                <a:lnTo>
                  <a:pt x="4958080" y="2948305"/>
                </a:lnTo>
                <a:lnTo>
                  <a:pt x="4870450" y="3014345"/>
                </a:lnTo>
                <a:lnTo>
                  <a:pt x="4805045" y="3058160"/>
                </a:lnTo>
                <a:lnTo>
                  <a:pt x="4739640" y="3101340"/>
                </a:lnTo>
                <a:lnTo>
                  <a:pt x="4641215" y="3145155"/>
                </a:lnTo>
                <a:lnTo>
                  <a:pt x="4531995" y="3221990"/>
                </a:lnTo>
                <a:lnTo>
                  <a:pt x="4465955" y="3287395"/>
                </a:lnTo>
                <a:lnTo>
                  <a:pt x="4302125" y="3418205"/>
                </a:lnTo>
                <a:lnTo>
                  <a:pt x="4192905" y="3451225"/>
                </a:lnTo>
                <a:lnTo>
                  <a:pt x="4072890" y="3571240"/>
                </a:lnTo>
                <a:lnTo>
                  <a:pt x="3963670" y="3648075"/>
                </a:lnTo>
                <a:lnTo>
                  <a:pt x="3898265" y="3691255"/>
                </a:lnTo>
                <a:lnTo>
                  <a:pt x="3832860" y="3724275"/>
                </a:lnTo>
                <a:lnTo>
                  <a:pt x="3766820" y="3768090"/>
                </a:lnTo>
                <a:lnTo>
                  <a:pt x="3701415" y="3811905"/>
                </a:lnTo>
                <a:lnTo>
                  <a:pt x="3669030" y="3877310"/>
                </a:lnTo>
                <a:lnTo>
                  <a:pt x="3646805" y="3942715"/>
                </a:lnTo>
                <a:lnTo>
                  <a:pt x="3625215" y="4008120"/>
                </a:lnTo>
                <a:lnTo>
                  <a:pt x="3613785" y="4074160"/>
                </a:lnTo>
                <a:lnTo>
                  <a:pt x="3592195" y="4139565"/>
                </a:lnTo>
                <a:lnTo>
                  <a:pt x="3592195" y="4237990"/>
                </a:lnTo>
                <a:lnTo>
                  <a:pt x="3570605" y="4303395"/>
                </a:lnTo>
                <a:lnTo>
                  <a:pt x="3570605" y="4368800"/>
                </a:lnTo>
                <a:lnTo>
                  <a:pt x="3559175" y="4434205"/>
                </a:lnTo>
                <a:lnTo>
                  <a:pt x="3559175" y="4499610"/>
                </a:lnTo>
                <a:lnTo>
                  <a:pt x="3537585" y="4576445"/>
                </a:lnTo>
                <a:lnTo>
                  <a:pt x="3537585" y="4641850"/>
                </a:lnTo>
                <a:lnTo>
                  <a:pt x="3515995" y="4740275"/>
                </a:lnTo>
                <a:lnTo>
                  <a:pt x="3515995" y="4827905"/>
                </a:lnTo>
                <a:lnTo>
                  <a:pt x="3493770" y="4925695"/>
                </a:lnTo>
                <a:lnTo>
                  <a:pt x="3472180" y="5024120"/>
                </a:lnTo>
                <a:lnTo>
                  <a:pt x="3461385" y="5090160"/>
                </a:lnTo>
                <a:lnTo>
                  <a:pt x="3461385" y="5155565"/>
                </a:lnTo>
                <a:lnTo>
                  <a:pt x="3417570" y="5253990"/>
                </a:lnTo>
                <a:lnTo>
                  <a:pt x="3395345" y="5319395"/>
                </a:lnTo>
                <a:lnTo>
                  <a:pt x="3373755" y="5384800"/>
                </a:lnTo>
                <a:lnTo>
                  <a:pt x="3319145" y="5483225"/>
                </a:lnTo>
                <a:lnTo>
                  <a:pt x="3297555" y="5548630"/>
                </a:lnTo>
                <a:lnTo>
                  <a:pt x="3275330" y="5614035"/>
                </a:lnTo>
                <a:lnTo>
                  <a:pt x="3253740" y="5680075"/>
                </a:lnTo>
                <a:lnTo>
                  <a:pt x="3199130" y="5756275"/>
                </a:lnTo>
                <a:lnTo>
                  <a:pt x="3166110" y="5821680"/>
                </a:lnTo>
                <a:lnTo>
                  <a:pt x="3089910" y="5898515"/>
                </a:lnTo>
                <a:lnTo>
                  <a:pt x="3013075" y="5974715"/>
                </a:lnTo>
                <a:lnTo>
                  <a:pt x="2926080" y="6083935"/>
                </a:lnTo>
                <a:lnTo>
                  <a:pt x="2871470" y="6171565"/>
                </a:lnTo>
                <a:lnTo>
                  <a:pt x="2805430" y="6215380"/>
                </a:lnTo>
                <a:lnTo>
                  <a:pt x="2762250" y="6280785"/>
                </a:lnTo>
                <a:lnTo>
                  <a:pt x="2696210" y="6335395"/>
                </a:lnTo>
                <a:lnTo>
                  <a:pt x="2663825" y="6400800"/>
                </a:lnTo>
                <a:lnTo>
                  <a:pt x="2620010" y="6466205"/>
                </a:lnTo>
                <a:lnTo>
                  <a:pt x="2609215" y="6531610"/>
                </a:lnTo>
                <a:lnTo>
                  <a:pt x="2674620" y="6575425"/>
                </a:lnTo>
                <a:lnTo>
                  <a:pt x="2740025" y="6608445"/>
                </a:lnTo>
                <a:lnTo>
                  <a:pt x="2805430" y="6630035"/>
                </a:lnTo>
                <a:lnTo>
                  <a:pt x="2871470" y="6663055"/>
                </a:lnTo>
                <a:lnTo>
                  <a:pt x="2936875" y="6663055"/>
                </a:lnTo>
                <a:lnTo>
                  <a:pt x="3013075" y="6696075"/>
                </a:lnTo>
                <a:lnTo>
                  <a:pt x="3078480" y="6696075"/>
                </a:lnTo>
                <a:lnTo>
                  <a:pt x="3155315" y="6696075"/>
                </a:lnTo>
                <a:lnTo>
                  <a:pt x="3242945" y="6706870"/>
                </a:lnTo>
                <a:lnTo>
                  <a:pt x="3308350" y="6706870"/>
                </a:lnTo>
                <a:lnTo>
                  <a:pt x="3373755" y="6706870"/>
                </a:lnTo>
                <a:lnTo>
                  <a:pt x="3461385" y="6706870"/>
                </a:lnTo>
                <a:lnTo>
                  <a:pt x="3548380" y="6696075"/>
                </a:lnTo>
                <a:lnTo>
                  <a:pt x="3646805" y="6673850"/>
                </a:lnTo>
                <a:lnTo>
                  <a:pt x="3734435" y="6673850"/>
                </a:lnTo>
                <a:lnTo>
                  <a:pt x="3832860" y="6641465"/>
                </a:lnTo>
                <a:lnTo>
                  <a:pt x="3909060" y="6641465"/>
                </a:lnTo>
                <a:lnTo>
                  <a:pt x="3974465" y="6641465"/>
                </a:lnTo>
                <a:lnTo>
                  <a:pt x="4039870" y="6630035"/>
                </a:lnTo>
                <a:lnTo>
                  <a:pt x="4083685" y="6564630"/>
                </a:lnTo>
                <a:lnTo>
                  <a:pt x="4083685" y="6499225"/>
                </a:lnTo>
                <a:lnTo>
                  <a:pt x="4094480" y="6433820"/>
                </a:lnTo>
                <a:lnTo>
                  <a:pt x="4094480" y="6356985"/>
                </a:lnTo>
                <a:lnTo>
                  <a:pt x="4094480" y="6280785"/>
                </a:lnTo>
                <a:lnTo>
                  <a:pt x="4094480" y="6193155"/>
                </a:lnTo>
                <a:lnTo>
                  <a:pt x="4116705" y="6083935"/>
                </a:lnTo>
                <a:lnTo>
                  <a:pt x="4116705" y="5996305"/>
                </a:lnTo>
                <a:lnTo>
                  <a:pt x="4116705" y="5920105"/>
                </a:lnTo>
                <a:lnTo>
                  <a:pt x="4116705" y="5843905"/>
                </a:lnTo>
                <a:lnTo>
                  <a:pt x="4116705" y="5756275"/>
                </a:lnTo>
                <a:lnTo>
                  <a:pt x="4116705" y="5690870"/>
                </a:lnTo>
                <a:lnTo>
                  <a:pt x="4116705" y="5603240"/>
                </a:lnTo>
                <a:lnTo>
                  <a:pt x="4116705" y="5527040"/>
                </a:lnTo>
                <a:lnTo>
                  <a:pt x="4116705" y="5461000"/>
                </a:lnTo>
                <a:lnTo>
                  <a:pt x="4116705" y="5395595"/>
                </a:lnTo>
                <a:lnTo>
                  <a:pt x="4116705" y="5297170"/>
                </a:lnTo>
                <a:lnTo>
                  <a:pt x="4127500" y="5231765"/>
                </a:lnTo>
                <a:lnTo>
                  <a:pt x="4127500" y="5166360"/>
                </a:lnTo>
                <a:lnTo>
                  <a:pt x="4127500" y="5100955"/>
                </a:lnTo>
                <a:lnTo>
                  <a:pt x="4127500" y="5002530"/>
                </a:lnTo>
                <a:lnTo>
                  <a:pt x="4127500" y="4937125"/>
                </a:lnTo>
                <a:lnTo>
                  <a:pt x="4149090" y="4871085"/>
                </a:lnTo>
                <a:lnTo>
                  <a:pt x="4149090" y="4794885"/>
                </a:lnTo>
                <a:lnTo>
                  <a:pt x="4149090" y="4729480"/>
                </a:lnTo>
                <a:lnTo>
                  <a:pt x="4204335" y="4652645"/>
                </a:lnTo>
                <a:lnTo>
                  <a:pt x="4269740" y="4609465"/>
                </a:lnTo>
                <a:lnTo>
                  <a:pt x="4378960" y="4565650"/>
                </a:lnTo>
                <a:lnTo>
                  <a:pt x="4488180" y="4511040"/>
                </a:lnTo>
                <a:lnTo>
                  <a:pt x="4597400" y="4434205"/>
                </a:lnTo>
                <a:lnTo>
                  <a:pt x="4695825" y="4401820"/>
                </a:lnTo>
                <a:lnTo>
                  <a:pt x="4815840" y="4324985"/>
                </a:lnTo>
                <a:lnTo>
                  <a:pt x="4914265" y="4292600"/>
                </a:lnTo>
                <a:lnTo>
                  <a:pt x="5012690" y="4248785"/>
                </a:lnTo>
                <a:lnTo>
                  <a:pt x="5110480" y="4226560"/>
                </a:lnTo>
                <a:lnTo>
                  <a:pt x="5176520" y="4183380"/>
                </a:lnTo>
                <a:lnTo>
                  <a:pt x="5274945" y="4150360"/>
                </a:lnTo>
                <a:lnTo>
                  <a:pt x="5340350" y="4139565"/>
                </a:lnTo>
                <a:lnTo>
                  <a:pt x="5405755" y="4117340"/>
                </a:lnTo>
                <a:lnTo>
                  <a:pt x="5471160" y="4084955"/>
                </a:lnTo>
                <a:lnTo>
                  <a:pt x="5536565" y="4106545"/>
                </a:lnTo>
                <a:lnTo>
                  <a:pt x="5624195" y="4161155"/>
                </a:lnTo>
                <a:lnTo>
                  <a:pt x="5689600" y="4215765"/>
                </a:lnTo>
                <a:lnTo>
                  <a:pt x="5777230" y="4270375"/>
                </a:lnTo>
                <a:lnTo>
                  <a:pt x="5842635" y="4314190"/>
                </a:lnTo>
                <a:lnTo>
                  <a:pt x="5941060" y="4390390"/>
                </a:lnTo>
                <a:lnTo>
                  <a:pt x="6017260" y="4445000"/>
                </a:lnTo>
                <a:lnTo>
                  <a:pt x="6104890" y="4499610"/>
                </a:lnTo>
                <a:lnTo>
                  <a:pt x="6192520" y="4565650"/>
                </a:lnTo>
                <a:lnTo>
                  <a:pt x="6290945" y="4641850"/>
                </a:lnTo>
                <a:lnTo>
                  <a:pt x="6388735" y="4718685"/>
                </a:lnTo>
                <a:lnTo>
                  <a:pt x="6454775" y="4773295"/>
                </a:lnTo>
                <a:lnTo>
                  <a:pt x="6520180" y="4816475"/>
                </a:lnTo>
                <a:lnTo>
                  <a:pt x="6585585" y="4871085"/>
                </a:lnTo>
                <a:lnTo>
                  <a:pt x="6640195" y="4937125"/>
                </a:lnTo>
                <a:lnTo>
                  <a:pt x="6684010" y="5002530"/>
                </a:lnTo>
                <a:lnTo>
                  <a:pt x="6684010" y="5067935"/>
                </a:lnTo>
                <a:lnTo>
                  <a:pt x="6661785" y="5133340"/>
                </a:lnTo>
                <a:lnTo>
                  <a:pt x="6640195" y="5199380"/>
                </a:lnTo>
                <a:lnTo>
                  <a:pt x="6629400" y="5264785"/>
                </a:lnTo>
                <a:lnTo>
                  <a:pt x="6607175" y="5340985"/>
                </a:lnTo>
                <a:lnTo>
                  <a:pt x="6574790" y="5406390"/>
                </a:lnTo>
                <a:lnTo>
                  <a:pt x="6552565" y="5504815"/>
                </a:lnTo>
                <a:lnTo>
                  <a:pt x="6530975" y="5570855"/>
                </a:lnTo>
                <a:lnTo>
                  <a:pt x="6509385" y="5636260"/>
                </a:lnTo>
                <a:lnTo>
                  <a:pt x="6487160" y="5723255"/>
                </a:lnTo>
                <a:lnTo>
                  <a:pt x="6465570" y="5789295"/>
                </a:lnTo>
                <a:lnTo>
                  <a:pt x="6443345" y="5887085"/>
                </a:lnTo>
                <a:lnTo>
                  <a:pt x="6410960" y="5953125"/>
                </a:lnTo>
                <a:lnTo>
                  <a:pt x="6377940" y="6018530"/>
                </a:lnTo>
                <a:lnTo>
                  <a:pt x="6312535" y="6073140"/>
                </a:lnTo>
                <a:lnTo>
                  <a:pt x="6247130" y="6094730"/>
                </a:lnTo>
                <a:lnTo>
                  <a:pt x="6181090" y="6127750"/>
                </a:lnTo>
                <a:lnTo>
                  <a:pt x="6115685" y="6138545"/>
                </a:lnTo>
                <a:lnTo>
                  <a:pt x="6050280" y="6149340"/>
                </a:lnTo>
                <a:lnTo>
                  <a:pt x="5984875" y="6171565"/>
                </a:lnTo>
                <a:lnTo>
                  <a:pt x="5919470" y="6171565"/>
                </a:lnTo>
                <a:lnTo>
                  <a:pt x="5853430" y="6193155"/>
                </a:lnTo>
                <a:lnTo>
                  <a:pt x="5788025" y="6193155"/>
                </a:lnTo>
                <a:lnTo>
                  <a:pt x="5689600" y="6171565"/>
                </a:lnTo>
                <a:lnTo>
                  <a:pt x="5613400" y="6116955"/>
                </a:lnTo>
                <a:lnTo>
                  <a:pt x="5547995" y="6094730"/>
                </a:lnTo>
                <a:lnTo>
                  <a:pt x="5481955" y="6073140"/>
                </a:lnTo>
                <a:lnTo>
                  <a:pt x="5416550" y="6040120"/>
                </a:lnTo>
                <a:lnTo>
                  <a:pt x="5351145" y="6029325"/>
                </a:lnTo>
                <a:lnTo>
                  <a:pt x="5252720" y="6029325"/>
                </a:lnTo>
                <a:lnTo>
                  <a:pt x="5187315" y="6040120"/>
                </a:lnTo>
                <a:lnTo>
                  <a:pt x="5121910" y="6040120"/>
                </a:lnTo>
                <a:lnTo>
                  <a:pt x="5055870" y="6050915"/>
                </a:lnTo>
                <a:lnTo>
                  <a:pt x="4990465" y="6062345"/>
                </a:lnTo>
                <a:lnTo>
                  <a:pt x="4925060" y="6106160"/>
                </a:lnTo>
                <a:lnTo>
                  <a:pt x="4870450" y="6171565"/>
                </a:lnTo>
                <a:lnTo>
                  <a:pt x="4805045" y="6236970"/>
                </a:lnTo>
                <a:lnTo>
                  <a:pt x="4750435" y="6313170"/>
                </a:lnTo>
                <a:lnTo>
                  <a:pt x="4673600" y="6390005"/>
                </a:lnTo>
                <a:lnTo>
                  <a:pt x="4608195" y="6422390"/>
                </a:lnTo>
                <a:lnTo>
                  <a:pt x="4564380" y="6488430"/>
                </a:lnTo>
                <a:lnTo>
                  <a:pt x="4498975" y="6553835"/>
                </a:lnTo>
                <a:lnTo>
                  <a:pt x="4444365" y="6619240"/>
                </a:lnTo>
                <a:lnTo>
                  <a:pt x="4389755" y="6684645"/>
                </a:lnTo>
                <a:lnTo>
                  <a:pt x="4356735" y="6750685"/>
                </a:lnTo>
                <a:lnTo>
                  <a:pt x="4324350" y="6816090"/>
                </a:lnTo>
                <a:lnTo>
                  <a:pt x="4269740" y="6881495"/>
                </a:lnTo>
                <a:lnTo>
                  <a:pt x="4215130" y="6957695"/>
                </a:lnTo>
                <a:lnTo>
                  <a:pt x="4160520" y="7023735"/>
                </a:lnTo>
                <a:lnTo>
                  <a:pt x="4105910" y="7089140"/>
                </a:lnTo>
                <a:lnTo>
                  <a:pt x="4051300" y="7154545"/>
                </a:lnTo>
                <a:lnTo>
                  <a:pt x="3974465" y="7198360"/>
                </a:lnTo>
                <a:lnTo>
                  <a:pt x="3909060" y="7231380"/>
                </a:lnTo>
                <a:lnTo>
                  <a:pt x="3843655" y="7242175"/>
                </a:lnTo>
                <a:lnTo>
                  <a:pt x="3778250" y="7274560"/>
                </a:lnTo>
                <a:lnTo>
                  <a:pt x="3712210" y="7296785"/>
                </a:lnTo>
                <a:lnTo>
                  <a:pt x="3646805" y="7329170"/>
                </a:lnTo>
                <a:lnTo>
                  <a:pt x="3570605" y="7372985"/>
                </a:lnTo>
                <a:lnTo>
                  <a:pt x="3504565" y="7395210"/>
                </a:lnTo>
                <a:lnTo>
                  <a:pt x="3439160" y="7449820"/>
                </a:lnTo>
                <a:lnTo>
                  <a:pt x="3362960" y="7471410"/>
                </a:lnTo>
                <a:lnTo>
                  <a:pt x="3352165" y="7536815"/>
                </a:lnTo>
                <a:lnTo>
                  <a:pt x="3384550" y="7602855"/>
                </a:lnTo>
                <a:lnTo>
                  <a:pt x="3428365" y="7668260"/>
                </a:lnTo>
                <a:lnTo>
                  <a:pt x="3461385" y="7733665"/>
                </a:lnTo>
                <a:lnTo>
                  <a:pt x="3493770" y="7799070"/>
                </a:lnTo>
                <a:lnTo>
                  <a:pt x="3526790" y="7864475"/>
                </a:lnTo>
                <a:lnTo>
                  <a:pt x="3537585" y="7930515"/>
                </a:lnTo>
                <a:lnTo>
                  <a:pt x="3493770" y="8006715"/>
                </a:lnTo>
                <a:lnTo>
                  <a:pt x="3428365" y="8072120"/>
                </a:lnTo>
                <a:lnTo>
                  <a:pt x="3329940" y="8148955"/>
                </a:lnTo>
                <a:lnTo>
                  <a:pt x="3231515" y="8225155"/>
                </a:lnTo>
                <a:lnTo>
                  <a:pt x="3144520" y="8290560"/>
                </a:lnTo>
                <a:lnTo>
                  <a:pt x="3078480" y="8301990"/>
                </a:lnTo>
                <a:lnTo>
                  <a:pt x="3013075" y="8345170"/>
                </a:lnTo>
                <a:lnTo>
                  <a:pt x="2914650" y="8399780"/>
                </a:lnTo>
                <a:lnTo>
                  <a:pt x="2849245" y="8422005"/>
                </a:lnTo>
                <a:lnTo>
                  <a:pt x="2750820" y="8476615"/>
                </a:lnTo>
                <a:lnTo>
                  <a:pt x="2685415" y="8498205"/>
                </a:lnTo>
                <a:lnTo>
                  <a:pt x="2586990" y="8520430"/>
                </a:lnTo>
                <a:lnTo>
                  <a:pt x="2488565" y="8552815"/>
                </a:lnTo>
                <a:lnTo>
                  <a:pt x="2401570" y="8575040"/>
                </a:lnTo>
                <a:lnTo>
                  <a:pt x="2303145" y="8596630"/>
                </a:lnTo>
                <a:lnTo>
                  <a:pt x="2237740" y="8596630"/>
                </a:lnTo>
                <a:lnTo>
                  <a:pt x="2150110" y="8629650"/>
                </a:lnTo>
                <a:lnTo>
                  <a:pt x="2084705" y="8629650"/>
                </a:lnTo>
                <a:lnTo>
                  <a:pt x="2007870" y="8651240"/>
                </a:lnTo>
                <a:lnTo>
                  <a:pt x="1942465" y="8651240"/>
                </a:lnTo>
                <a:lnTo>
                  <a:pt x="1866265" y="8651240"/>
                </a:lnTo>
                <a:lnTo>
                  <a:pt x="1767840" y="8662035"/>
                </a:lnTo>
                <a:lnTo>
                  <a:pt x="1669415" y="8662035"/>
                </a:lnTo>
                <a:lnTo>
                  <a:pt x="1604010" y="8684260"/>
                </a:lnTo>
                <a:lnTo>
                  <a:pt x="1538605" y="8684260"/>
                </a:lnTo>
                <a:lnTo>
                  <a:pt x="1472565" y="8684260"/>
                </a:lnTo>
                <a:lnTo>
                  <a:pt x="1396365" y="8684260"/>
                </a:lnTo>
                <a:lnTo>
                  <a:pt x="1330960" y="8684260"/>
                </a:lnTo>
                <a:lnTo>
                  <a:pt x="1254125" y="8684260"/>
                </a:lnTo>
                <a:lnTo>
                  <a:pt x="1188720" y="8673465"/>
                </a:lnTo>
                <a:lnTo>
                  <a:pt x="1123315" y="8640445"/>
                </a:lnTo>
                <a:lnTo>
                  <a:pt x="1046480" y="8640445"/>
                </a:lnTo>
                <a:lnTo>
                  <a:pt x="970280" y="8607425"/>
                </a:lnTo>
                <a:lnTo>
                  <a:pt x="904875" y="8596630"/>
                </a:lnTo>
                <a:lnTo>
                  <a:pt x="840740" y="8575040"/>
                </a:lnTo>
                <a:lnTo>
                  <a:pt x="774700" y="8563610"/>
                </a:lnTo>
                <a:lnTo>
                  <a:pt x="709295" y="8542020"/>
                </a:lnTo>
                <a:lnTo>
                  <a:pt x="643890" y="8498205"/>
                </a:lnTo>
                <a:lnTo>
                  <a:pt x="579120" y="8454390"/>
                </a:lnTo>
                <a:lnTo>
                  <a:pt x="546100" y="8388985"/>
                </a:lnTo>
                <a:lnTo>
                  <a:pt x="513080" y="8323580"/>
                </a:lnTo>
                <a:lnTo>
                  <a:pt x="469900" y="8258175"/>
                </a:lnTo>
                <a:lnTo>
                  <a:pt x="447675" y="8192770"/>
                </a:lnTo>
                <a:lnTo>
                  <a:pt x="426085" y="8126730"/>
                </a:lnTo>
                <a:lnTo>
                  <a:pt x="426085" y="8061325"/>
                </a:lnTo>
                <a:lnTo>
                  <a:pt x="415290" y="7995920"/>
                </a:lnTo>
                <a:lnTo>
                  <a:pt x="415290" y="7930515"/>
                </a:lnTo>
                <a:lnTo>
                  <a:pt x="393065" y="7842885"/>
                </a:lnTo>
                <a:lnTo>
                  <a:pt x="393065" y="7744460"/>
                </a:lnTo>
                <a:lnTo>
                  <a:pt x="393065" y="7657465"/>
                </a:lnTo>
                <a:lnTo>
                  <a:pt x="393065" y="7569835"/>
                </a:lnTo>
                <a:lnTo>
                  <a:pt x="371475" y="7482205"/>
                </a:lnTo>
                <a:lnTo>
                  <a:pt x="371475" y="7416800"/>
                </a:lnTo>
                <a:lnTo>
                  <a:pt x="349250" y="7318375"/>
                </a:lnTo>
                <a:lnTo>
                  <a:pt x="349250" y="7219950"/>
                </a:lnTo>
                <a:lnTo>
                  <a:pt x="316865" y="7132955"/>
                </a:lnTo>
                <a:lnTo>
                  <a:pt x="316865" y="7066915"/>
                </a:lnTo>
                <a:lnTo>
                  <a:pt x="294640" y="6969125"/>
                </a:lnTo>
                <a:lnTo>
                  <a:pt x="294640" y="6881495"/>
                </a:lnTo>
                <a:lnTo>
                  <a:pt x="273050" y="6783070"/>
                </a:lnTo>
                <a:lnTo>
                  <a:pt x="273050" y="6696075"/>
                </a:lnTo>
                <a:lnTo>
                  <a:pt x="273050" y="6597650"/>
                </a:lnTo>
                <a:lnTo>
                  <a:pt x="240030" y="6510020"/>
                </a:lnTo>
                <a:lnTo>
                  <a:pt x="240030" y="6411595"/>
                </a:lnTo>
                <a:lnTo>
                  <a:pt x="218440" y="6313170"/>
                </a:lnTo>
                <a:lnTo>
                  <a:pt x="218440" y="6226175"/>
                </a:lnTo>
                <a:lnTo>
                  <a:pt x="207645" y="6160770"/>
                </a:lnTo>
                <a:lnTo>
                  <a:pt x="207645" y="6094730"/>
                </a:lnTo>
                <a:lnTo>
                  <a:pt x="207645" y="6029325"/>
                </a:lnTo>
                <a:lnTo>
                  <a:pt x="174625" y="5941695"/>
                </a:lnTo>
                <a:lnTo>
                  <a:pt x="174625" y="5843905"/>
                </a:lnTo>
                <a:lnTo>
                  <a:pt x="153035" y="5756275"/>
                </a:lnTo>
                <a:lnTo>
                  <a:pt x="153035" y="5657850"/>
                </a:lnTo>
                <a:lnTo>
                  <a:pt x="130810" y="5559425"/>
                </a:lnTo>
                <a:lnTo>
                  <a:pt x="130810" y="5494020"/>
                </a:lnTo>
                <a:lnTo>
                  <a:pt x="109220" y="5395595"/>
                </a:lnTo>
                <a:lnTo>
                  <a:pt x="109220" y="5308600"/>
                </a:lnTo>
                <a:lnTo>
                  <a:pt x="109220" y="5210175"/>
                </a:lnTo>
                <a:lnTo>
                  <a:pt x="76200" y="5067935"/>
                </a:lnTo>
                <a:lnTo>
                  <a:pt x="76200" y="4980305"/>
                </a:lnTo>
                <a:lnTo>
                  <a:pt x="76200" y="4882515"/>
                </a:lnTo>
                <a:lnTo>
                  <a:pt x="54610" y="4784090"/>
                </a:lnTo>
                <a:lnTo>
                  <a:pt x="54610" y="4696460"/>
                </a:lnTo>
                <a:lnTo>
                  <a:pt x="54610" y="4554855"/>
                </a:lnTo>
                <a:lnTo>
                  <a:pt x="21590" y="4456430"/>
                </a:lnTo>
                <a:lnTo>
                  <a:pt x="21590" y="4368800"/>
                </a:lnTo>
                <a:lnTo>
                  <a:pt x="21590" y="4281170"/>
                </a:lnTo>
                <a:lnTo>
                  <a:pt x="21590" y="4183380"/>
                </a:lnTo>
                <a:lnTo>
                  <a:pt x="21590" y="4117340"/>
                </a:lnTo>
                <a:lnTo>
                  <a:pt x="0" y="4051935"/>
                </a:lnTo>
                <a:lnTo>
                  <a:pt x="0" y="3986530"/>
                </a:lnTo>
                <a:lnTo>
                  <a:pt x="0" y="3921125"/>
                </a:lnTo>
                <a:lnTo>
                  <a:pt x="0" y="3844290"/>
                </a:lnTo>
                <a:lnTo>
                  <a:pt x="0" y="3768090"/>
                </a:lnTo>
                <a:lnTo>
                  <a:pt x="0" y="3702685"/>
                </a:lnTo>
                <a:lnTo>
                  <a:pt x="0" y="3625850"/>
                </a:lnTo>
                <a:lnTo>
                  <a:pt x="0" y="3560445"/>
                </a:lnTo>
                <a:lnTo>
                  <a:pt x="0" y="3483610"/>
                </a:lnTo>
                <a:lnTo>
                  <a:pt x="0" y="3407410"/>
                </a:lnTo>
                <a:lnTo>
                  <a:pt x="0" y="3342005"/>
                </a:lnTo>
                <a:lnTo>
                  <a:pt x="0" y="3265170"/>
                </a:lnTo>
                <a:lnTo>
                  <a:pt x="0" y="3199765"/>
                </a:lnTo>
                <a:lnTo>
                  <a:pt x="0" y="3123565"/>
                </a:lnTo>
                <a:lnTo>
                  <a:pt x="0" y="3046730"/>
                </a:lnTo>
                <a:lnTo>
                  <a:pt x="0" y="2981325"/>
                </a:lnTo>
                <a:lnTo>
                  <a:pt x="0" y="2882900"/>
                </a:lnTo>
                <a:lnTo>
                  <a:pt x="21590" y="2784475"/>
                </a:lnTo>
                <a:lnTo>
                  <a:pt x="21590" y="2697480"/>
                </a:lnTo>
                <a:lnTo>
                  <a:pt x="21590" y="2555240"/>
                </a:lnTo>
                <a:lnTo>
                  <a:pt x="21590" y="2467610"/>
                </a:lnTo>
                <a:lnTo>
                  <a:pt x="21590" y="2369820"/>
                </a:lnTo>
                <a:lnTo>
                  <a:pt x="54610" y="2282190"/>
                </a:lnTo>
                <a:lnTo>
                  <a:pt x="54610" y="2183765"/>
                </a:lnTo>
                <a:lnTo>
                  <a:pt x="54610" y="2096770"/>
                </a:lnTo>
                <a:lnTo>
                  <a:pt x="76200" y="1998345"/>
                </a:lnTo>
                <a:lnTo>
                  <a:pt x="76200" y="1899920"/>
                </a:lnTo>
                <a:lnTo>
                  <a:pt x="98425" y="1812290"/>
                </a:lnTo>
                <a:lnTo>
                  <a:pt x="98425" y="1713865"/>
                </a:lnTo>
                <a:lnTo>
                  <a:pt x="130810" y="1616075"/>
                </a:lnTo>
                <a:lnTo>
                  <a:pt x="153035" y="1528445"/>
                </a:lnTo>
                <a:lnTo>
                  <a:pt x="174625" y="1430020"/>
                </a:lnTo>
                <a:lnTo>
                  <a:pt x="196850" y="1331595"/>
                </a:lnTo>
                <a:lnTo>
                  <a:pt x="229235" y="1233170"/>
                </a:lnTo>
                <a:lnTo>
                  <a:pt x="251460" y="1135380"/>
                </a:lnTo>
                <a:lnTo>
                  <a:pt x="273050" y="1047750"/>
                </a:lnTo>
                <a:lnTo>
                  <a:pt x="306070" y="950595"/>
                </a:lnTo>
                <a:lnTo>
                  <a:pt x="327660" y="852170"/>
                </a:lnTo>
                <a:lnTo>
                  <a:pt x="349250" y="753745"/>
                </a:lnTo>
                <a:lnTo>
                  <a:pt x="403860" y="644525"/>
                </a:lnTo>
                <a:lnTo>
                  <a:pt x="426085" y="546735"/>
                </a:lnTo>
                <a:lnTo>
                  <a:pt x="469900" y="480695"/>
                </a:lnTo>
                <a:lnTo>
                  <a:pt x="513080" y="415290"/>
                </a:lnTo>
                <a:lnTo>
                  <a:pt x="556895" y="349885"/>
                </a:lnTo>
                <a:lnTo>
                  <a:pt x="600710" y="273050"/>
                </a:lnTo>
                <a:lnTo>
                  <a:pt x="654685" y="196850"/>
                </a:lnTo>
                <a:lnTo>
                  <a:pt x="720090" y="142240"/>
                </a:lnTo>
                <a:lnTo>
                  <a:pt x="786130" y="98425"/>
                </a:lnTo>
                <a:lnTo>
                  <a:pt x="851535" y="43815"/>
                </a:lnTo>
                <a:lnTo>
                  <a:pt x="915670" y="22225"/>
                </a:lnTo>
                <a:lnTo>
                  <a:pt x="981075" y="0"/>
                </a:lnTo>
                <a:lnTo>
                  <a:pt x="1046480" y="0"/>
                </a:lnTo>
                <a:lnTo>
                  <a:pt x="1112520" y="43815"/>
                </a:lnTo>
                <a:lnTo>
                  <a:pt x="1177925" y="98425"/>
                </a:lnTo>
                <a:lnTo>
                  <a:pt x="1210945" y="163830"/>
                </a:lnTo>
                <a:lnTo>
                  <a:pt x="1254125" y="229870"/>
                </a:lnTo>
                <a:lnTo>
                  <a:pt x="1265555" y="295275"/>
                </a:lnTo>
                <a:lnTo>
                  <a:pt x="1276350" y="360680"/>
                </a:lnTo>
                <a:lnTo>
                  <a:pt x="1276350" y="426085"/>
                </a:lnTo>
                <a:lnTo>
                  <a:pt x="1287145" y="492125"/>
                </a:lnTo>
                <a:lnTo>
                  <a:pt x="1287145" y="557530"/>
                </a:lnTo>
                <a:lnTo>
                  <a:pt x="1297940" y="622935"/>
                </a:lnTo>
                <a:lnTo>
                  <a:pt x="1265555" y="688340"/>
                </a:lnTo>
                <a:lnTo>
                  <a:pt x="1243330" y="753745"/>
                </a:lnTo>
                <a:lnTo>
                  <a:pt x="1232535" y="819785"/>
                </a:lnTo>
                <a:lnTo>
                  <a:pt x="1210945" y="885190"/>
                </a:lnTo>
                <a:lnTo>
                  <a:pt x="1199515" y="950595"/>
                </a:lnTo>
                <a:lnTo>
                  <a:pt x="1177925" y="1014730"/>
                </a:lnTo>
                <a:lnTo>
                  <a:pt x="1188720" y="1026160"/>
                </a:lnTo>
                <a:close/>
              </a:path>
            </a:pathLst>
          </a:cu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DejaVu Sans</vt:lpstr>
      <vt:lpstr>Arial Unicode MS</vt:lpstr>
      <vt:lpstr>Arial Black</vt:lpstr>
      <vt:lpstr>Microsoft YaHei</vt:lpstr>
      <vt:lpstr>Noto Sans CJK SC</vt:lpstr>
      <vt:lpstr>SimSun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tuna</dc:creator>
  <cp:lastModifiedBy>tuna</cp:lastModifiedBy>
  <cp:revision>7</cp:revision>
  <dcterms:created xsi:type="dcterms:W3CDTF">2026-08-05T16:01:22Z</dcterms:created>
  <dcterms:modified xsi:type="dcterms:W3CDTF">2026-08-05T16:01:22Z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